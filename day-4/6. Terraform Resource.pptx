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321" r:id="rId3"/>
    <p:sldId id="323" r:id="rId4"/>
    <p:sldId id="325" r:id="rId5"/>
    <p:sldId id="327" r:id="rId6"/>
    <p:sldId id="328" r:id="rId7"/>
    <p:sldId id="329" r:id="rId8"/>
    <p:sldId id="331" r:id="rId9"/>
    <p:sldId id="330" r:id="rId10"/>
    <p:sldId id="332" r:id="rId11"/>
    <p:sldId id="333" r:id="rId12"/>
    <p:sldId id="334" r:id="rId13"/>
    <p:sldId id="335" r:id="rId14"/>
    <p:sldId id="33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072" autoAdjust="0"/>
  </p:normalViewPr>
  <p:slideViewPr>
    <p:cSldViewPr snapToGrid="0">
      <p:cViewPr varScale="1">
        <p:scale>
          <a:sx n="49" d="100"/>
          <a:sy n="49" d="100"/>
        </p:scale>
        <p:origin x="133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33EC-38BF-4AD4-9467-7D2380108C19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A354F-E8EA-4E4F-BEEB-F269B5F9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88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74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79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13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47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98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23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22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82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46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524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5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9" y="1484007"/>
            <a:ext cx="11392996" cy="5295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84211" y="685800"/>
            <a:ext cx="11507789" cy="717998"/>
          </a:xfrm>
          <a:prstGeom prst="rect">
            <a:avLst/>
          </a:prstGeom>
          <a:solidFill>
            <a:srgbClr val="003DB8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Terraform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48160-C247-4291-8F91-77D82C720D69}"/>
              </a:ext>
            </a:extLst>
          </p:cNvPr>
          <p:cNvSpPr txBox="1"/>
          <p:nvPr/>
        </p:nvSpPr>
        <p:spPr>
          <a:xfrm rot="20302122">
            <a:off x="1876302" y="1560319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87B7B-F3AE-416F-A07D-8AB4C114361B}"/>
              </a:ext>
            </a:extLst>
          </p:cNvPr>
          <p:cNvSpPr txBox="1"/>
          <p:nvPr/>
        </p:nvSpPr>
        <p:spPr>
          <a:xfrm rot="790205">
            <a:off x="9539111" y="1748942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pic>
        <p:nvPicPr>
          <p:cNvPr id="7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DD8EC576-9E1C-4ABE-8AB4-6D68DED26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4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0" y="2089598"/>
            <a:ext cx="107196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Resource Syntax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resource</a:t>
            </a:r>
            <a:r>
              <a:rPr lang="en-IN" dirty="0">
                <a:solidFill>
                  <a:schemeClr val="bg1"/>
                </a:solidFill>
              </a:rPr>
              <a:t> "</a:t>
            </a:r>
            <a:r>
              <a:rPr lang="en-IN" dirty="0" err="1">
                <a:solidFill>
                  <a:schemeClr val="bg1"/>
                </a:solidFill>
              </a:rPr>
              <a:t>azurerm_virtual_network</a:t>
            </a:r>
            <a:r>
              <a:rPr lang="en-IN" dirty="0">
                <a:solidFill>
                  <a:schemeClr val="bg1"/>
                </a:solidFill>
              </a:rPr>
              <a:t>" "demo" { </a:t>
            </a:r>
          </a:p>
          <a:p>
            <a:r>
              <a:rPr lang="en-IN" dirty="0">
                <a:solidFill>
                  <a:schemeClr val="bg1"/>
                </a:solidFill>
              </a:rPr>
              <a:t>  name                              = "${</a:t>
            </a:r>
            <a:r>
              <a:rPr lang="en-IN" dirty="0" err="1">
                <a:solidFill>
                  <a:schemeClr val="bg1"/>
                </a:solidFill>
              </a:rPr>
              <a:t>var.prefix</a:t>
            </a:r>
            <a:r>
              <a:rPr lang="en-IN" dirty="0">
                <a:solidFill>
                  <a:schemeClr val="bg1"/>
                </a:solidFill>
              </a:rPr>
              <a:t>}-network"  </a:t>
            </a:r>
          </a:p>
          <a:p>
            <a:r>
              <a:rPr lang="en-IN" dirty="0">
                <a:solidFill>
                  <a:schemeClr val="bg1"/>
                </a:solidFill>
              </a:rPr>
              <a:t>  location                          = </a:t>
            </a:r>
            <a:r>
              <a:rPr lang="en-IN" dirty="0" err="1">
                <a:solidFill>
                  <a:schemeClr val="bg1"/>
                </a:solidFill>
              </a:rPr>
              <a:t>var.location</a:t>
            </a:r>
            <a:r>
              <a:rPr lang="en-IN" dirty="0">
                <a:solidFill>
                  <a:schemeClr val="bg1"/>
                </a:solidFill>
              </a:rPr>
              <a:t>  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resource_group_name</a:t>
            </a:r>
            <a:r>
              <a:rPr lang="en-IN" dirty="0">
                <a:solidFill>
                  <a:schemeClr val="bg1"/>
                </a:solidFill>
              </a:rPr>
              <a:t> = azurerm_resource_group.demo.name  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address_space</a:t>
            </a:r>
            <a:r>
              <a:rPr lang="en-IN" dirty="0">
                <a:solidFill>
                  <a:schemeClr val="bg1"/>
                </a:solidFill>
              </a:rPr>
              <a:t>              = ["10.0.0.0/16"]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1499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110798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depends_on</a:t>
            </a:r>
            <a:r>
              <a:rPr lang="en-US" dirty="0">
                <a:solidFill>
                  <a:schemeClr val="bg1"/>
                </a:solidFill>
              </a:rPr>
              <a:t>, for specifying hidden dependencies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count</a:t>
            </a:r>
            <a:r>
              <a:rPr lang="en-US" dirty="0">
                <a:solidFill>
                  <a:schemeClr val="bg1"/>
                </a:solidFill>
              </a:rPr>
              <a:t>, for creating multiple resource instances according to a count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for_each</a:t>
            </a:r>
            <a:r>
              <a:rPr lang="en-US" dirty="0">
                <a:solidFill>
                  <a:schemeClr val="bg1"/>
                </a:solidFill>
              </a:rPr>
              <a:t>, to create multiple instances according to a map, or set of strings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provider</a:t>
            </a:r>
            <a:r>
              <a:rPr lang="en-US" dirty="0">
                <a:solidFill>
                  <a:schemeClr val="bg1"/>
                </a:solidFill>
              </a:rPr>
              <a:t>, for selecting a non-default provider configuration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lifecycle</a:t>
            </a:r>
            <a:r>
              <a:rPr lang="en-US" dirty="0">
                <a:solidFill>
                  <a:schemeClr val="bg1"/>
                </a:solidFill>
              </a:rPr>
              <a:t>, for lifecycle customizations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provisioner</a:t>
            </a:r>
            <a:r>
              <a:rPr lang="en-US" dirty="0">
                <a:solidFill>
                  <a:schemeClr val="bg1"/>
                </a:solidFill>
              </a:rPr>
              <a:t> and connection, for taking extra actions after resource creation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37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110798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depends_on</a:t>
            </a:r>
            <a:r>
              <a:rPr lang="en-US" dirty="0">
                <a:solidFill>
                  <a:schemeClr val="bg1"/>
                </a:solidFill>
              </a:rPr>
              <a:t>, for specifying hidden dependencies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rgbClr val="FF0000"/>
                </a:solidFill>
              </a:rPr>
              <a:t>azurerm_virtual_network</a:t>
            </a:r>
            <a:r>
              <a:rPr lang="en-US" dirty="0">
                <a:solidFill>
                  <a:srgbClr val="FF0000"/>
                </a:solidFill>
              </a:rPr>
              <a:t>" "demo</a:t>
            </a:r>
            <a:r>
              <a:rPr lang="en-US" dirty="0">
                <a:solidFill>
                  <a:schemeClr val="bg1"/>
                </a:solidFill>
              </a:rPr>
              <a:t>" {  </a:t>
            </a:r>
          </a:p>
          <a:p>
            <a:r>
              <a:rPr lang="en-US" dirty="0">
                <a:solidFill>
                  <a:schemeClr val="bg1"/>
                </a:solidFill>
              </a:rPr>
              <a:t> name                = "${</a:t>
            </a:r>
            <a:r>
              <a:rPr lang="en-US" dirty="0" err="1">
                <a:solidFill>
                  <a:schemeClr val="bg1"/>
                </a:solidFill>
              </a:rPr>
              <a:t>var.prefix</a:t>
            </a:r>
            <a:r>
              <a:rPr lang="en-US" dirty="0">
                <a:solidFill>
                  <a:schemeClr val="bg1"/>
                </a:solidFill>
              </a:rPr>
              <a:t>}-network"  </a:t>
            </a:r>
          </a:p>
          <a:p>
            <a:r>
              <a:rPr lang="en-US" dirty="0">
                <a:solidFill>
                  <a:schemeClr val="bg1"/>
                </a:solidFill>
              </a:rPr>
              <a:t> location            = </a:t>
            </a:r>
            <a:r>
              <a:rPr lang="en-US" dirty="0" err="1">
                <a:solidFill>
                  <a:schemeClr val="bg1"/>
                </a:solidFill>
              </a:rPr>
              <a:t>var.location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resource_group_name</a:t>
            </a:r>
            <a:r>
              <a:rPr lang="en-US" dirty="0">
                <a:solidFill>
                  <a:schemeClr val="bg1"/>
                </a:solidFill>
              </a:rPr>
              <a:t> = azurerm_resource_group.demo.name 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address_space</a:t>
            </a:r>
            <a:r>
              <a:rPr lang="en-US" dirty="0">
                <a:solidFill>
                  <a:schemeClr val="bg1"/>
                </a:solidFill>
              </a:rPr>
              <a:t>       = ["10.0.0.0/16"]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 demo instance</a:t>
            </a: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azurerm_virtual_machine</a:t>
            </a:r>
            <a:r>
              <a:rPr lang="en-US" dirty="0">
                <a:solidFill>
                  <a:schemeClr val="bg1"/>
                </a:solidFill>
              </a:rPr>
              <a:t>" "demo-instance" {  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depends_on</a:t>
            </a:r>
            <a:r>
              <a:rPr lang="en-US" dirty="0">
                <a:solidFill>
                  <a:srgbClr val="FF0000"/>
                </a:solidFill>
              </a:rPr>
              <a:t>      = [</a:t>
            </a:r>
            <a:r>
              <a:rPr lang="en-US" dirty="0" err="1">
                <a:solidFill>
                  <a:srgbClr val="FF0000"/>
                </a:solidFill>
              </a:rPr>
              <a:t>azurerm_virtual_network.demo</a:t>
            </a:r>
            <a:r>
              <a:rPr lang="en-US" dirty="0">
                <a:solidFill>
                  <a:srgbClr val="FF0000"/>
                </a:solidFill>
              </a:rPr>
              <a:t> ]</a:t>
            </a:r>
          </a:p>
          <a:p>
            <a:r>
              <a:rPr lang="en-US" dirty="0">
                <a:solidFill>
                  <a:schemeClr val="bg1"/>
                </a:solidFill>
              </a:rPr>
              <a:t>  name                  = "${</a:t>
            </a:r>
            <a:r>
              <a:rPr lang="en-US" dirty="0" err="1">
                <a:solidFill>
                  <a:schemeClr val="bg1"/>
                </a:solidFill>
              </a:rPr>
              <a:t>var.prefix</a:t>
            </a:r>
            <a:r>
              <a:rPr lang="en-US" dirty="0">
                <a:solidFill>
                  <a:schemeClr val="bg1"/>
                </a:solidFill>
              </a:rPr>
              <a:t>}-</a:t>
            </a:r>
            <a:r>
              <a:rPr lang="en-US" dirty="0" err="1">
                <a:solidFill>
                  <a:schemeClr val="bg1"/>
                </a:solidFill>
              </a:rPr>
              <a:t>vm</a:t>
            </a:r>
            <a:r>
              <a:rPr lang="en-US" dirty="0">
                <a:solidFill>
                  <a:schemeClr val="bg1"/>
                </a:solidFill>
              </a:rPr>
              <a:t>"  </a:t>
            </a:r>
          </a:p>
          <a:p>
            <a:r>
              <a:rPr lang="en-US" dirty="0">
                <a:solidFill>
                  <a:schemeClr val="bg1"/>
                </a:solidFill>
              </a:rPr>
              <a:t>  location              = </a:t>
            </a:r>
            <a:r>
              <a:rPr lang="en-US" dirty="0" err="1">
                <a:solidFill>
                  <a:schemeClr val="bg1"/>
                </a:solidFill>
              </a:rPr>
              <a:t>var.location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resource_group_name</a:t>
            </a:r>
            <a:r>
              <a:rPr lang="en-US" dirty="0">
                <a:solidFill>
                  <a:schemeClr val="bg1"/>
                </a:solidFill>
              </a:rPr>
              <a:t>   = azurerm_resource_group.demo.name</a:t>
            </a:r>
          </a:p>
          <a:p>
            <a:r>
              <a:rPr lang="en-US" dirty="0">
                <a:solidFill>
                  <a:schemeClr val="bg1"/>
                </a:solidFill>
              </a:rPr>
              <a:t>……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8031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count</a:t>
            </a:r>
            <a:r>
              <a:rPr lang="en-US" dirty="0">
                <a:solidFill>
                  <a:schemeClr val="bg1"/>
                </a:solidFill>
              </a:rPr>
              <a:t>, for creating multiple resource instances according to a count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azurerm_virtual_network</a:t>
            </a:r>
            <a:r>
              <a:rPr lang="en-US" dirty="0">
                <a:solidFill>
                  <a:schemeClr val="bg1"/>
                </a:solidFill>
              </a:rPr>
              <a:t>" "demo" {  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count</a:t>
            </a:r>
            <a:r>
              <a:rPr lang="en-US" dirty="0">
                <a:solidFill>
                  <a:schemeClr val="bg1"/>
                </a:solidFill>
              </a:rPr>
              <a:t>                = 2</a:t>
            </a:r>
          </a:p>
          <a:p>
            <a:r>
              <a:rPr lang="en-US" dirty="0">
                <a:solidFill>
                  <a:schemeClr val="bg1"/>
                </a:solidFill>
              </a:rPr>
              <a:t>  name                = "${</a:t>
            </a:r>
            <a:r>
              <a:rPr lang="en-US" dirty="0" err="1">
                <a:solidFill>
                  <a:schemeClr val="bg1"/>
                </a:solidFill>
              </a:rPr>
              <a:t>var.prefix</a:t>
            </a:r>
            <a:r>
              <a:rPr lang="en-US" dirty="0">
                <a:solidFill>
                  <a:schemeClr val="bg1"/>
                </a:solidFill>
              </a:rPr>
              <a:t>}-network</a:t>
            </a:r>
            <a:r>
              <a:rPr lang="en-US" dirty="0">
                <a:solidFill>
                  <a:srgbClr val="FF0000"/>
                </a:solidFill>
              </a:rPr>
              <a:t>${</a:t>
            </a:r>
            <a:r>
              <a:rPr lang="en-US" dirty="0" err="1">
                <a:solidFill>
                  <a:srgbClr val="FF0000"/>
                </a:solidFill>
              </a:rPr>
              <a:t>count.index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>
                <a:solidFill>
                  <a:schemeClr val="bg1"/>
                </a:solidFill>
              </a:rPr>
              <a:t>"  </a:t>
            </a:r>
          </a:p>
          <a:p>
            <a:r>
              <a:rPr lang="en-US" dirty="0">
                <a:solidFill>
                  <a:schemeClr val="bg1"/>
                </a:solidFill>
              </a:rPr>
              <a:t>  location            = </a:t>
            </a:r>
            <a:r>
              <a:rPr lang="en-US" dirty="0" err="1">
                <a:solidFill>
                  <a:schemeClr val="bg1"/>
                </a:solidFill>
              </a:rPr>
              <a:t>var.location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resource_group_name</a:t>
            </a:r>
            <a:r>
              <a:rPr lang="en-US" dirty="0">
                <a:solidFill>
                  <a:schemeClr val="bg1"/>
                </a:solidFill>
              </a:rPr>
              <a:t> = azurerm_resource_group.demo.name  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address_space</a:t>
            </a:r>
            <a:r>
              <a:rPr lang="en-US" dirty="0">
                <a:solidFill>
                  <a:schemeClr val="bg1"/>
                </a:solidFill>
              </a:rPr>
              <a:t>       = ["10.0.0.0/16"]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935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for_each</a:t>
            </a:r>
            <a:r>
              <a:rPr lang="en-US" dirty="0">
                <a:solidFill>
                  <a:schemeClr val="bg1"/>
                </a:solidFill>
              </a:rPr>
              <a:t>, to create multiple instances according to a map, or set of strings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variable "</a:t>
            </a:r>
            <a:r>
              <a:rPr lang="en-US" dirty="0" err="1">
                <a:solidFill>
                  <a:schemeClr val="bg1"/>
                </a:solidFill>
              </a:rPr>
              <a:t>subnet_ids</a:t>
            </a:r>
            <a:r>
              <a:rPr lang="en-US" dirty="0">
                <a:solidFill>
                  <a:schemeClr val="bg1"/>
                </a:solidFill>
              </a:rPr>
              <a:t>" {</a:t>
            </a:r>
          </a:p>
          <a:p>
            <a:r>
              <a:rPr lang="en-US" dirty="0">
                <a:solidFill>
                  <a:schemeClr val="bg1"/>
                </a:solidFill>
              </a:rPr>
              <a:t>  type = list(string)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aws_instance</a:t>
            </a:r>
            <a:r>
              <a:rPr lang="en-US" dirty="0">
                <a:solidFill>
                  <a:schemeClr val="bg1"/>
                </a:solidFill>
              </a:rPr>
              <a:t>" "server" {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for_each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toset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var.subnet_ids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ami</a:t>
            </a:r>
            <a:r>
              <a:rPr lang="en-US" dirty="0">
                <a:solidFill>
                  <a:schemeClr val="bg1"/>
                </a:solidFill>
              </a:rPr>
              <a:t>           = "ami-a1b2c3d4"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instance_type</a:t>
            </a:r>
            <a:r>
              <a:rPr lang="en-US" dirty="0">
                <a:solidFill>
                  <a:schemeClr val="bg1"/>
                </a:solidFill>
              </a:rPr>
              <a:t> = "t2.micro"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subnet_id</a:t>
            </a:r>
            <a:r>
              <a:rPr lang="en-US" dirty="0">
                <a:solidFill>
                  <a:schemeClr val="bg1"/>
                </a:solidFill>
              </a:rPr>
              <a:t>     = </a:t>
            </a:r>
            <a:r>
              <a:rPr lang="en-US" dirty="0" err="1">
                <a:solidFill>
                  <a:schemeClr val="bg1"/>
                </a:solidFill>
              </a:rPr>
              <a:t>each.key</a:t>
            </a:r>
            <a:r>
              <a:rPr lang="en-US" dirty="0">
                <a:solidFill>
                  <a:schemeClr val="bg1"/>
                </a:solidFill>
              </a:rPr>
              <a:t> # note: </a:t>
            </a:r>
            <a:r>
              <a:rPr lang="en-US" dirty="0" err="1">
                <a:solidFill>
                  <a:schemeClr val="bg1"/>
                </a:solidFill>
              </a:rPr>
              <a:t>each.key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each.value</a:t>
            </a:r>
            <a:r>
              <a:rPr lang="en-US" dirty="0">
                <a:solidFill>
                  <a:schemeClr val="bg1"/>
                </a:solidFill>
              </a:rPr>
              <a:t> are the same for a set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tags = {</a:t>
            </a:r>
          </a:p>
          <a:p>
            <a:r>
              <a:rPr lang="en-US" dirty="0">
                <a:solidFill>
                  <a:schemeClr val="bg1"/>
                </a:solidFill>
              </a:rPr>
              <a:t>    Name = "Server ${</a:t>
            </a:r>
            <a:r>
              <a:rPr lang="en-US" dirty="0" err="1">
                <a:solidFill>
                  <a:schemeClr val="bg1"/>
                </a:solidFill>
              </a:rPr>
              <a:t>each.key</a:t>
            </a:r>
            <a:r>
              <a:rPr lang="en-US" dirty="0">
                <a:solidFill>
                  <a:schemeClr val="bg1"/>
                </a:solidFill>
              </a:rPr>
              <a:t>}"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6807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provider</a:t>
            </a:r>
            <a:r>
              <a:rPr lang="en-US" dirty="0">
                <a:solidFill>
                  <a:schemeClr val="bg1"/>
                </a:solidFill>
              </a:rPr>
              <a:t>, for selecting a non-default provider configuration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google_compute_instance</a:t>
            </a:r>
            <a:r>
              <a:rPr lang="en-US" dirty="0">
                <a:solidFill>
                  <a:schemeClr val="bg1"/>
                </a:solidFill>
              </a:rPr>
              <a:t>" "example" {</a:t>
            </a:r>
          </a:p>
          <a:p>
            <a:r>
              <a:rPr lang="en-US" dirty="0">
                <a:solidFill>
                  <a:schemeClr val="bg1"/>
                </a:solidFill>
              </a:rPr>
              <a:t>  # This "provider" meta-argument selects the google provider</a:t>
            </a:r>
          </a:p>
          <a:p>
            <a:r>
              <a:rPr lang="en-US" dirty="0">
                <a:solidFill>
                  <a:schemeClr val="bg1"/>
                </a:solidFill>
              </a:rPr>
              <a:t>  # configuration whose alias is "</a:t>
            </a:r>
            <a:r>
              <a:rPr lang="en-US" dirty="0" err="1">
                <a:solidFill>
                  <a:schemeClr val="bg1"/>
                </a:solidFill>
              </a:rPr>
              <a:t>europe</a:t>
            </a:r>
            <a:r>
              <a:rPr lang="en-US" dirty="0">
                <a:solidFill>
                  <a:schemeClr val="bg1"/>
                </a:solidFill>
              </a:rPr>
              <a:t>", rather than the</a:t>
            </a:r>
          </a:p>
          <a:p>
            <a:r>
              <a:rPr lang="en-US" dirty="0">
                <a:solidFill>
                  <a:schemeClr val="bg1"/>
                </a:solidFill>
              </a:rPr>
              <a:t>  # default configuration.</a:t>
            </a:r>
          </a:p>
          <a:p>
            <a:r>
              <a:rPr lang="en-US" dirty="0">
                <a:solidFill>
                  <a:schemeClr val="bg1"/>
                </a:solidFill>
              </a:rPr>
              <a:t>  provider = </a:t>
            </a:r>
            <a:r>
              <a:rPr lang="en-US" dirty="0" err="1">
                <a:solidFill>
                  <a:schemeClr val="bg1"/>
                </a:solidFill>
              </a:rPr>
              <a:t>google.europe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# ...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898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provider</a:t>
            </a:r>
            <a:r>
              <a:rPr lang="en-US" dirty="0">
                <a:solidFill>
                  <a:schemeClr val="bg1"/>
                </a:solidFill>
              </a:rPr>
              <a:t>, for selecting a non-default provider configuration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 default configuration</a:t>
            </a:r>
          </a:p>
          <a:p>
            <a:r>
              <a:rPr lang="en-US" dirty="0">
                <a:solidFill>
                  <a:schemeClr val="bg1"/>
                </a:solidFill>
              </a:rPr>
              <a:t>provider "google" {</a:t>
            </a:r>
          </a:p>
          <a:p>
            <a:r>
              <a:rPr lang="en-US" dirty="0">
                <a:solidFill>
                  <a:schemeClr val="bg1"/>
                </a:solidFill>
              </a:rPr>
              <a:t>  region = "us-central1"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 alternative, aliased configuration</a:t>
            </a:r>
          </a:p>
          <a:p>
            <a:r>
              <a:rPr lang="en-US" dirty="0">
                <a:solidFill>
                  <a:schemeClr val="bg1"/>
                </a:solidFill>
              </a:rPr>
              <a:t>provider "google" {</a:t>
            </a:r>
          </a:p>
          <a:p>
            <a:r>
              <a:rPr lang="en-US" dirty="0">
                <a:solidFill>
                  <a:schemeClr val="bg1"/>
                </a:solidFill>
              </a:rPr>
              <a:t>  alias  = "</a:t>
            </a:r>
            <a:r>
              <a:rPr lang="en-US" dirty="0" err="1">
                <a:solidFill>
                  <a:schemeClr val="bg1"/>
                </a:solidFill>
              </a:rPr>
              <a:t>europe</a:t>
            </a:r>
            <a:r>
              <a:rPr lang="en-US" dirty="0">
                <a:solidFill>
                  <a:schemeClr val="bg1"/>
                </a:solidFill>
              </a:rPr>
              <a:t>"</a:t>
            </a:r>
          </a:p>
          <a:p>
            <a:r>
              <a:rPr lang="en-US" dirty="0">
                <a:solidFill>
                  <a:schemeClr val="bg1"/>
                </a:solidFill>
              </a:rPr>
              <a:t>  region = "europe-west1"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204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lifecycle</a:t>
            </a:r>
            <a:r>
              <a:rPr lang="en-US" dirty="0">
                <a:solidFill>
                  <a:schemeClr val="bg1"/>
                </a:solidFill>
              </a:rPr>
              <a:t>, for lifecycle customizations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azurerm_resource_group</a:t>
            </a:r>
            <a:r>
              <a:rPr lang="en-US" dirty="0">
                <a:solidFill>
                  <a:schemeClr val="bg1"/>
                </a:solidFill>
              </a:rPr>
              <a:t>" "example" {</a:t>
            </a:r>
          </a:p>
          <a:p>
            <a:r>
              <a:rPr lang="en-US" dirty="0">
                <a:solidFill>
                  <a:schemeClr val="bg1"/>
                </a:solidFill>
              </a:rPr>
              <a:t>  # ...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lifecycle {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create_before_destroy</a:t>
            </a:r>
            <a:r>
              <a:rPr lang="en-US" dirty="0">
                <a:solidFill>
                  <a:schemeClr val="bg1"/>
                </a:solidFill>
              </a:rPr>
              <a:t> = true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0414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provisioner</a:t>
            </a:r>
            <a:r>
              <a:rPr lang="en-US" dirty="0">
                <a:solidFill>
                  <a:schemeClr val="bg1"/>
                </a:solidFill>
              </a:rPr>
              <a:t> and connection, for taking extra actions after resource creation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aws_instance</a:t>
            </a:r>
            <a:r>
              <a:rPr lang="en-US" dirty="0">
                <a:solidFill>
                  <a:schemeClr val="bg1"/>
                </a:solidFill>
              </a:rPr>
              <a:t>" "web" {</a:t>
            </a:r>
          </a:p>
          <a:p>
            <a:r>
              <a:rPr lang="en-US" dirty="0">
                <a:solidFill>
                  <a:schemeClr val="bg1"/>
                </a:solidFill>
              </a:rPr>
              <a:t>  # ...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provisioner "local-exec" {</a:t>
            </a:r>
          </a:p>
          <a:p>
            <a:r>
              <a:rPr lang="en-US" dirty="0">
                <a:solidFill>
                  <a:schemeClr val="bg1"/>
                </a:solidFill>
              </a:rPr>
              <a:t>    command = "echo The server's IP address is ${</a:t>
            </a:r>
            <a:r>
              <a:rPr lang="en-US" dirty="0" err="1">
                <a:solidFill>
                  <a:schemeClr val="bg1"/>
                </a:solidFill>
              </a:rPr>
              <a:t>self.private_ip</a:t>
            </a:r>
            <a:r>
              <a:rPr lang="en-US" dirty="0">
                <a:solidFill>
                  <a:schemeClr val="bg1"/>
                </a:solidFill>
              </a:rPr>
              <a:t>}"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provisioner</a:t>
            </a:r>
            <a:r>
              <a:rPr lang="en-US" dirty="0">
                <a:solidFill>
                  <a:schemeClr val="bg1"/>
                </a:solidFill>
              </a:rPr>
              <a:t> and connection, for taking extra actions after resource creation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aws_instance</a:t>
            </a:r>
            <a:r>
              <a:rPr lang="en-US" dirty="0">
                <a:solidFill>
                  <a:schemeClr val="bg1"/>
                </a:solidFill>
              </a:rPr>
              <a:t>" "web" {</a:t>
            </a:r>
          </a:p>
          <a:p>
            <a:r>
              <a:rPr lang="en-US" dirty="0">
                <a:solidFill>
                  <a:schemeClr val="bg1"/>
                </a:solidFill>
              </a:rPr>
              <a:t>  # ...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provisioner "local-exec" {</a:t>
            </a:r>
          </a:p>
          <a:p>
            <a:r>
              <a:rPr lang="en-US" dirty="0">
                <a:solidFill>
                  <a:schemeClr val="bg1"/>
                </a:solidFill>
              </a:rPr>
              <a:t>    when    = "destroy"</a:t>
            </a:r>
          </a:p>
          <a:p>
            <a:r>
              <a:rPr lang="en-US" dirty="0">
                <a:solidFill>
                  <a:schemeClr val="bg1"/>
                </a:solidFill>
              </a:rPr>
              <a:t>    command = "echo 'Destroy-time provisioner'"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352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provisioner</a:t>
            </a:r>
            <a:r>
              <a:rPr lang="en-US" dirty="0">
                <a:solidFill>
                  <a:schemeClr val="bg1"/>
                </a:solidFill>
              </a:rPr>
              <a:t> and connection, for taking extra actions after resource creation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aws_instance</a:t>
            </a:r>
            <a:r>
              <a:rPr lang="en-US" dirty="0">
                <a:solidFill>
                  <a:schemeClr val="bg1"/>
                </a:solidFill>
              </a:rPr>
              <a:t>" "web" {</a:t>
            </a:r>
          </a:p>
          <a:p>
            <a:r>
              <a:rPr lang="en-US" dirty="0">
                <a:solidFill>
                  <a:schemeClr val="bg1"/>
                </a:solidFill>
              </a:rPr>
              <a:t>  # ...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provisioner "local-exec" {</a:t>
            </a:r>
          </a:p>
          <a:p>
            <a:r>
              <a:rPr lang="en-US" dirty="0">
                <a:solidFill>
                  <a:schemeClr val="bg1"/>
                </a:solidFill>
              </a:rPr>
              <a:t>    command = "echo first"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provisioner "local-exec" {</a:t>
            </a:r>
          </a:p>
          <a:p>
            <a:r>
              <a:rPr lang="en-US" dirty="0">
                <a:solidFill>
                  <a:schemeClr val="bg1"/>
                </a:solidFill>
              </a:rPr>
              <a:t>    command = "echo second"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459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Resource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1733338"/>
            <a:ext cx="111079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provisioner</a:t>
            </a:r>
            <a:r>
              <a:rPr lang="en-US" dirty="0">
                <a:solidFill>
                  <a:schemeClr val="bg1"/>
                </a:solidFill>
              </a:rPr>
              <a:t> and connection, for taking extra actions after resource creation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resource "</a:t>
            </a:r>
            <a:r>
              <a:rPr lang="en-US" dirty="0" err="1">
                <a:solidFill>
                  <a:schemeClr val="bg1"/>
                </a:solidFill>
              </a:rPr>
              <a:t>aws_instance</a:t>
            </a:r>
            <a:r>
              <a:rPr lang="en-US" dirty="0">
                <a:solidFill>
                  <a:schemeClr val="bg1"/>
                </a:solidFill>
              </a:rPr>
              <a:t>" "web" {</a:t>
            </a:r>
          </a:p>
          <a:p>
            <a:r>
              <a:rPr lang="en-US" dirty="0">
                <a:solidFill>
                  <a:schemeClr val="bg1"/>
                </a:solidFill>
              </a:rPr>
              <a:t>  # ...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provisioner "local-exec" {</a:t>
            </a:r>
          </a:p>
          <a:p>
            <a:r>
              <a:rPr lang="en-US" dirty="0">
                <a:solidFill>
                  <a:schemeClr val="bg1"/>
                </a:solidFill>
              </a:rPr>
              <a:t>    command    = "echo The server's IP address is ${</a:t>
            </a:r>
            <a:r>
              <a:rPr lang="en-US" dirty="0" err="1">
                <a:solidFill>
                  <a:schemeClr val="bg1"/>
                </a:solidFill>
              </a:rPr>
              <a:t>self.private_ip</a:t>
            </a:r>
            <a:r>
              <a:rPr lang="en-US" dirty="0">
                <a:solidFill>
                  <a:schemeClr val="bg1"/>
                </a:solidFill>
              </a:rPr>
              <a:t>}"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on_failure</a:t>
            </a:r>
            <a:r>
              <a:rPr lang="en-US" dirty="0">
                <a:solidFill>
                  <a:schemeClr val="bg1"/>
                </a:solidFill>
              </a:rPr>
              <a:t> = "continue"</a:t>
            </a:r>
          </a:p>
          <a:p>
            <a:r>
              <a:rPr lang="en-US" dirty="0">
                <a:solidFill>
                  <a:schemeClr val="bg1"/>
                </a:solidFill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6356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Demo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853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12751</TotalTime>
  <Words>824</Words>
  <Application>Microsoft Office PowerPoint</Application>
  <PresentationFormat>Widescreen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Century Gothic</vt:lpstr>
      <vt:lpstr>Wingdings 3</vt:lpstr>
      <vt:lpstr>Slice</vt:lpstr>
      <vt:lpstr>PowerPoint Presentation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Terraform Resource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solution for AWSomeTrips</dc:title>
  <dc:creator>vinod.k</dc:creator>
  <cp:lastModifiedBy>Training</cp:lastModifiedBy>
  <cp:revision>449</cp:revision>
  <dcterms:created xsi:type="dcterms:W3CDTF">2018-04-05T06:53:35Z</dcterms:created>
  <dcterms:modified xsi:type="dcterms:W3CDTF">2021-08-08T07:55:49Z</dcterms:modified>
</cp:coreProperties>
</file>