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7" d="100"/>
          <a:sy n="57" d="100"/>
        </p:scale>
        <p:origin x="99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27444A-0C8A-4189-B385-2857E62731BA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67DC85-219E-4E27-82B9-D684306643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5001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https://www.visual-paradigm.com/scrum/scrum-vs-waterfall-vs-agile-vs-lean-vs-kanban/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67DC85-219E-4E27-82B9-D684306643D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95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7422F-5578-4472-9CDC-5F7BD9BCC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44C559-05A4-46D6-8E8C-0C72380BAE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12CBC5-A81A-4930-9B37-BF724E28A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DCE231-8101-45E4-B600-D8169C32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ADD84D-4063-44BC-9EDA-A68CE020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527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7A9A-73AD-4F38-9553-CA8E300DD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A4652-853C-4124-986F-8FC8FC88F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D274D5-4D1E-4C27-9871-D837DA7EE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42C45E-DFA8-4096-9D48-0003C2AD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FEC993-98E8-474A-AFE7-6D63E51B0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664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3549D-66A3-492E-BDEA-0AC93802C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A76A6-E191-4EFD-960E-9E1F3EFB0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5491F-2E49-423A-927E-F62EAEF40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A59FED-2399-4722-B68B-7E3CD6E3A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D919F-272C-486E-AB48-7B40C15F8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353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3535-828F-431B-9EBD-B42C1428F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E818D-5E89-446C-9BE6-04AB52EBBB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5B0228-FD5D-4244-87C2-F71315656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CCA2D-59F0-4D11-AE84-2EE9F980E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B804D-53C9-4AB1-A8AD-9202FC6D1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6148B2-DD22-45B6-9451-5B0A829D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785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2F422-8BF3-4010-AD63-3BFB876F1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6B7D92-2805-4664-890A-3BDC9D2AD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366EC-40D4-4180-8D9D-A6D1FE1C74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98165C-1FAD-4FCE-BE3A-29F2D6682A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AAA5085-FFF3-44AD-A025-FE46DECBE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288961-BAE8-49C1-B25C-7FA5DD1FD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9DE182-D7A2-4BB3-8FCD-2A6068C3E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451D3F-4922-41AD-BFA2-BCE9099F2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92359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C6DCA-D7F3-4A29-8337-BD8CC2426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730C9-CB24-4C75-B2CB-FDD67818B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461927-D24D-4BD8-979D-DABB1C254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95D475-7FC0-4C6F-8F31-6F0A13E2D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987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DB61BB-0C21-4441-9DB2-73DF1A7F2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BEC85B-76C9-44B4-A5E8-157E89558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27437B-E35B-49F6-B1CE-FD5169FE6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4219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A3B8-FE41-4CD7-8033-1AF67E355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B6AEB-8A4A-4E36-95C0-F34BBA5C36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234579-804D-415D-A763-D7F5546B1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F43D-4D47-4337-B630-94277BEB8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BEEE4-DDA5-4588-AF2A-2C6120497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998202-E778-4863-834D-B847F1274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073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B21B92-82F0-4C6F-A945-DD3047CBF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9E9007-8795-467A-8D3B-792EA52996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40742-B562-4060-9875-1F9FBADA0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F33C66-0793-4893-9F53-443420AD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74D0A-721D-493A-8AD5-094D97549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95125E-5F1C-472D-982C-98D79CA37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91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BAB89-EE57-4289-802B-EA38FC373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84168-6A6F-4C0C-BAD1-82A2343833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8E78A-49EE-4127-A509-A9CE0899D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05C68-160E-40A7-977E-BF01FE73C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2BB35C-8444-436D-B61A-11F92308E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41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43E32-D879-434C-8259-B5F8053832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E83666-3B1D-4C71-A279-F215D536DF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FE771-C0CE-4C22-B50C-AFEDF470C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F04BA-EDED-40FD-9F58-80859953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BFCB2-D6FD-488C-A661-40086246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3199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7F6895-790E-48CD-A1BF-76E68BD26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AE0544-ED11-4EE4-BFDE-59997DCE1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BBC1C2-79B4-48A9-BCE3-70B054DA9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3E51D3-CD1A-401D-B3AC-B8E0D45222F6}" type="datetimeFigureOut">
              <a:rPr lang="en-IN" smtClean="0"/>
              <a:t>08-04-2021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5A702-DCC1-431E-9423-0AFEC7AF23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82EBF-D716-436C-A5DE-7E04E522C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9A6B3-2C19-4B4D-AB35-3E9BA3074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277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585773A-3345-49DF-805D-B1014CAE1A48}"/>
              </a:ext>
            </a:extLst>
          </p:cNvPr>
          <p:cNvPicPr>
            <a:picLocks noGrp="1"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669" y="842749"/>
            <a:ext cx="10590662" cy="5172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9209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What is Software Development Lifecycle?">
            <a:extLst>
              <a:ext uri="{FF2B5EF4-FFF2-40B4-BE49-F238E27FC236}">
                <a16:creationId xmlns:a16="http://schemas.microsoft.com/office/drawing/2014/main" id="{5073594C-1F19-4D0A-AC84-786F2B2CC4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8165" y="1324684"/>
            <a:ext cx="6233533" cy="4208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6642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F1FAA21-9797-43F8-9E59-F90C73270FC3}"/>
              </a:ext>
            </a:extLst>
          </p:cNvPr>
          <p:cNvSpPr txBox="1"/>
          <p:nvPr/>
        </p:nvSpPr>
        <p:spPr>
          <a:xfrm>
            <a:off x="1059366" y="1997839"/>
            <a:ext cx="101253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System and software requirements: captured in a product requirements document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Analysis: resulting in models, schema, and business rules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Design: resulting in the software architecture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Coding: the development, proving, and integration of software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Testing: the systematic discovery and debugging of defects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Operations: the installation, migration, support, and maintenance of complete systems</a:t>
            </a:r>
          </a:p>
        </p:txBody>
      </p:sp>
    </p:spTree>
    <p:extLst>
      <p:ext uri="{BB962C8B-B14F-4D97-AF65-F5344CB8AC3E}">
        <p14:creationId xmlns:p14="http://schemas.microsoft.com/office/powerpoint/2010/main" val="4150347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gile vs Waterfall">
            <a:extLst>
              <a:ext uri="{FF2B5EF4-FFF2-40B4-BE49-F238E27FC236}">
                <a16:creationId xmlns:a16="http://schemas.microsoft.com/office/drawing/2014/main" id="{A433CB7F-9B3E-4089-A181-0D4F91E4F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5013" y="1390650"/>
            <a:ext cx="8181975" cy="4076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330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Agile vs Waterfall quality">
            <a:extLst>
              <a:ext uri="{FF2B5EF4-FFF2-40B4-BE49-F238E27FC236}">
                <a16:creationId xmlns:a16="http://schemas.microsoft.com/office/drawing/2014/main" id="{02FFC311-E8D7-4DF8-B8E1-0DF48D537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950" y="1557338"/>
            <a:ext cx="765810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3922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Agile vs Waterfall - Project Success Rate">
            <a:extLst>
              <a:ext uri="{FF2B5EF4-FFF2-40B4-BE49-F238E27FC236}">
                <a16:creationId xmlns:a16="http://schemas.microsoft.com/office/drawing/2014/main" id="{82E1B8CE-B00A-4153-9730-9EABD2DFB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2771775"/>
            <a:ext cx="6705600" cy="1314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5876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Scrum agile umbrella">
            <a:extLst>
              <a:ext uri="{FF2B5EF4-FFF2-40B4-BE49-F238E27FC236}">
                <a16:creationId xmlns:a16="http://schemas.microsoft.com/office/drawing/2014/main" id="{80FB8EE3-E003-43E1-8DAA-7FE227749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75" y="1871663"/>
            <a:ext cx="3524250" cy="3114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263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crum Process Canvas">
            <a:extLst>
              <a:ext uri="{FF2B5EF4-FFF2-40B4-BE49-F238E27FC236}">
                <a16:creationId xmlns:a16="http://schemas.microsoft.com/office/drawing/2014/main" id="{BA2E5611-89F5-4370-B5D2-4DC65D287C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1062038"/>
            <a:ext cx="8848725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81822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Kanban Approach">
            <a:extLst>
              <a:ext uri="{FF2B5EF4-FFF2-40B4-BE49-F238E27FC236}">
                <a16:creationId xmlns:a16="http://schemas.microsoft.com/office/drawing/2014/main" id="{DFD25B86-9FCA-4DFE-930D-4EBCFACD1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6950" y="1985963"/>
            <a:ext cx="7658100" cy="2886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5799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EC3E536-68E3-475C-848F-F3C763F277F0}"/>
              </a:ext>
            </a:extLst>
          </p:cNvPr>
          <p:cNvSpPr txBox="1"/>
          <p:nvPr/>
        </p:nvSpPr>
        <p:spPr>
          <a:xfrm>
            <a:off x="903248" y="2136339"/>
            <a:ext cx="1001379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/>
              <a:t>Kanban Approach </a:t>
            </a: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There are four fundamental Kanban principles: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Visualize work to increase communication and collaboration.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Limit work in progress to avoid an endless chain of non-prioritized open tasks.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Measure and optimize the flow, collect metrics, predict future problems.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737C85"/>
                </a:solidFill>
                <a:effectLst/>
                <a:latin typeface="Open Sans"/>
              </a:rPr>
              <a:t>Aim for continuous improvement as the result of analysis.</a:t>
            </a:r>
          </a:p>
        </p:txBody>
      </p:sp>
    </p:spTree>
    <p:extLst>
      <p:ext uri="{BB962C8B-B14F-4D97-AF65-F5344CB8AC3E}">
        <p14:creationId xmlns:p14="http://schemas.microsoft.com/office/powerpoint/2010/main" val="21130983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130</Words>
  <Application>Microsoft Office PowerPoint</Application>
  <PresentationFormat>Widescreen</PresentationFormat>
  <Paragraphs>13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Training</dc:creator>
  <cp:lastModifiedBy>Training</cp:lastModifiedBy>
  <cp:revision>5</cp:revision>
  <dcterms:created xsi:type="dcterms:W3CDTF">2021-04-08T03:55:36Z</dcterms:created>
  <dcterms:modified xsi:type="dcterms:W3CDTF">2021-04-08T04:49:30Z</dcterms:modified>
</cp:coreProperties>
</file>