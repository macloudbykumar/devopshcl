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2"/>
    <p:sldId id="320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0072" autoAdjust="0"/>
  </p:normalViewPr>
  <p:slideViewPr>
    <p:cSldViewPr snapToGrid="0">
      <p:cViewPr varScale="1">
        <p:scale>
          <a:sx n="49" d="100"/>
          <a:sy n="49" d="100"/>
        </p:scale>
        <p:origin x="133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033EC-38BF-4AD4-9467-7D2380108C19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A354F-E8EA-4E4F-BEEB-F269B5F9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4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5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9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09" y="1484007"/>
            <a:ext cx="11392996" cy="5295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84211" y="685800"/>
            <a:ext cx="11507789" cy="717998"/>
          </a:xfrm>
          <a:prstGeom prst="rect">
            <a:avLst/>
          </a:prstGeom>
          <a:solidFill>
            <a:srgbClr val="003DB8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Terraform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48160-C247-4291-8F91-77D82C720D69}"/>
              </a:ext>
            </a:extLst>
          </p:cNvPr>
          <p:cNvSpPr txBox="1"/>
          <p:nvPr/>
        </p:nvSpPr>
        <p:spPr>
          <a:xfrm rot="20302122">
            <a:off x="1876302" y="1560319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  <a:p>
            <a:r>
              <a:rPr lang="en-IN" dirty="0"/>
              <a:t>Y</a:t>
            </a:r>
          </a:p>
          <a:p>
            <a:endParaRPr lang="en-IN" dirty="0"/>
          </a:p>
          <a:p>
            <a:r>
              <a:rPr lang="en-IN" dirty="0"/>
              <a:t>K</a:t>
            </a:r>
          </a:p>
          <a:p>
            <a:r>
              <a:rPr lang="en-IN" dirty="0"/>
              <a:t>U</a:t>
            </a:r>
          </a:p>
          <a:p>
            <a:r>
              <a:rPr lang="en-IN" dirty="0"/>
              <a:t>M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87B7B-F3AE-416F-A07D-8AB4C114361B}"/>
              </a:ext>
            </a:extLst>
          </p:cNvPr>
          <p:cNvSpPr txBox="1"/>
          <p:nvPr/>
        </p:nvSpPr>
        <p:spPr>
          <a:xfrm rot="790205">
            <a:off x="9539111" y="1748942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  <a:p>
            <a:r>
              <a:rPr lang="en-IN" dirty="0"/>
              <a:t>Y</a:t>
            </a:r>
          </a:p>
          <a:p>
            <a:endParaRPr lang="en-IN" dirty="0"/>
          </a:p>
          <a:p>
            <a:r>
              <a:rPr lang="en-IN" dirty="0"/>
              <a:t>K</a:t>
            </a:r>
          </a:p>
          <a:p>
            <a:r>
              <a:rPr lang="en-IN" dirty="0"/>
              <a:t>U</a:t>
            </a:r>
          </a:p>
          <a:p>
            <a:r>
              <a:rPr lang="en-IN" dirty="0"/>
              <a:t>M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R</a:t>
            </a:r>
          </a:p>
        </p:txBody>
      </p:sp>
      <p:pic>
        <p:nvPicPr>
          <p:cNvPr id="7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DD8EC576-9E1C-4ABE-8AB4-6D68DED26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4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Terraform pros &amp; cons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F714BF6-AEE4-4F98-8410-4B7C24791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644865"/>
              </p:ext>
            </p:extLst>
          </p:nvPr>
        </p:nvGraphicFramePr>
        <p:xfrm>
          <a:off x="684211" y="1567542"/>
          <a:ext cx="11392994" cy="343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6497">
                  <a:extLst>
                    <a:ext uri="{9D8B030D-6E8A-4147-A177-3AD203B41FA5}">
                      <a16:colId xmlns:a16="http://schemas.microsoft.com/office/drawing/2014/main" val="2564726195"/>
                    </a:ext>
                  </a:extLst>
                </a:gridCol>
                <a:gridCol w="5696497">
                  <a:extLst>
                    <a:ext uri="{9D8B030D-6E8A-4147-A177-3AD203B41FA5}">
                      <a16:colId xmlns:a16="http://schemas.microsoft.com/office/drawing/2014/main" val="3238111582"/>
                    </a:ext>
                  </a:extLst>
                </a:gridCol>
              </a:tblGrid>
              <a:tr h="472990">
                <a:tc>
                  <a:txBody>
                    <a:bodyPr/>
                    <a:lstStyle/>
                    <a:p>
                      <a:r>
                        <a:rPr lang="en-IN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193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Declarative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Dose not support rollback after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32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Inbuilt state management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Does not support DRY inbuild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5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Maintains the version history of the infrastructure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Declarative languages limitations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61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a client-only architecture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462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Immutable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044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7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47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Interpolation-only expressions are deprecated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583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506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12479</TotalTime>
  <Words>61</Words>
  <Application>Microsoft Office PowerPoint</Application>
  <PresentationFormat>Widescreen</PresentationFormat>
  <Paragraphs>33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Wingdings 3</vt:lpstr>
      <vt:lpstr>Slice</vt:lpstr>
      <vt:lpstr>PowerPoint Presentation</vt:lpstr>
      <vt:lpstr>Terraform pros &amp; 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solution for AWSomeTrips</dc:title>
  <dc:creator>vinod.k</dc:creator>
  <cp:lastModifiedBy>Training</cp:lastModifiedBy>
  <cp:revision>365</cp:revision>
  <dcterms:created xsi:type="dcterms:W3CDTF">2018-04-05T06:53:35Z</dcterms:created>
  <dcterms:modified xsi:type="dcterms:W3CDTF">2021-08-08T07:29:47Z</dcterms:modified>
</cp:coreProperties>
</file>