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320" r:id="rId3"/>
    <p:sldId id="40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072" autoAdjust="0"/>
  </p:normalViewPr>
  <p:slideViewPr>
    <p:cSldViewPr snapToGrid="0">
      <p:cViewPr varScale="1">
        <p:scale>
          <a:sx n="49" d="100"/>
          <a:sy n="49" d="100"/>
        </p:scale>
        <p:origin x="133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9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50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https://ux.stackexchange.com/questions/62948/is-there-an-html-character-entity-which-can-represent-admin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1484007"/>
            <a:ext cx="11392996" cy="5295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4211" y="685800"/>
            <a:ext cx="11507789" cy="717998"/>
          </a:xfrm>
          <a:prstGeom prst="rect">
            <a:avLst/>
          </a:prstGeom>
          <a:solidFill>
            <a:srgbClr val="003DB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Terraform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8160-C247-4291-8F91-77D82C720D69}"/>
              </a:ext>
            </a:extLst>
          </p:cNvPr>
          <p:cNvSpPr txBox="1"/>
          <p:nvPr/>
        </p:nvSpPr>
        <p:spPr>
          <a:xfrm rot="20302122">
            <a:off x="1876302" y="1560319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urlz MT" panose="04040404050702020202" pitchFamily="82" charset="0"/>
              </a:rPr>
              <a:t>B</a:t>
            </a:r>
          </a:p>
          <a:p>
            <a:r>
              <a:rPr lang="en-IN" dirty="0">
                <a:latin typeface="Curlz MT" panose="04040404050702020202" pitchFamily="82" charset="0"/>
              </a:rPr>
              <a:t>Y</a:t>
            </a:r>
          </a:p>
          <a:p>
            <a:endParaRPr lang="en-IN" dirty="0">
              <a:latin typeface="Curlz MT" panose="04040404050702020202" pitchFamily="82" charset="0"/>
            </a:endParaRPr>
          </a:p>
          <a:p>
            <a:r>
              <a:rPr lang="en-IN" dirty="0">
                <a:latin typeface="Curlz MT" panose="04040404050702020202" pitchFamily="82" charset="0"/>
              </a:rPr>
              <a:t>K</a:t>
            </a:r>
          </a:p>
          <a:p>
            <a:r>
              <a:rPr lang="en-IN" dirty="0">
                <a:latin typeface="Curlz MT" panose="04040404050702020202" pitchFamily="82" charset="0"/>
              </a:rPr>
              <a:t>U</a:t>
            </a:r>
          </a:p>
          <a:p>
            <a:r>
              <a:rPr lang="en-IN" dirty="0">
                <a:latin typeface="Curlz MT" panose="04040404050702020202" pitchFamily="82" charset="0"/>
              </a:rPr>
              <a:t>M</a:t>
            </a:r>
          </a:p>
          <a:p>
            <a:r>
              <a:rPr lang="en-IN" dirty="0">
                <a:latin typeface="Curlz MT" panose="04040404050702020202" pitchFamily="82" charset="0"/>
              </a:rPr>
              <a:t>A</a:t>
            </a:r>
          </a:p>
          <a:p>
            <a:r>
              <a:rPr lang="en-IN" dirty="0">
                <a:latin typeface="Curlz MT" panose="04040404050702020202" pitchFamily="82" charset="0"/>
              </a:rPr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7B7B-F3AE-416F-A07D-8AB4C114361B}"/>
              </a:ext>
            </a:extLst>
          </p:cNvPr>
          <p:cNvSpPr txBox="1"/>
          <p:nvPr/>
        </p:nvSpPr>
        <p:spPr>
          <a:xfrm rot="790205">
            <a:off x="9539111" y="1748942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urlz MT" panose="04040404050702020202" pitchFamily="82" charset="0"/>
              </a:rPr>
              <a:t>B</a:t>
            </a:r>
          </a:p>
          <a:p>
            <a:r>
              <a:rPr lang="en-IN" dirty="0">
                <a:latin typeface="Curlz MT" panose="04040404050702020202" pitchFamily="82" charset="0"/>
              </a:rPr>
              <a:t>Y</a:t>
            </a:r>
          </a:p>
          <a:p>
            <a:endParaRPr lang="en-IN" dirty="0">
              <a:latin typeface="Curlz MT" panose="04040404050702020202" pitchFamily="82" charset="0"/>
            </a:endParaRPr>
          </a:p>
          <a:p>
            <a:r>
              <a:rPr lang="en-IN" dirty="0">
                <a:latin typeface="Curlz MT" panose="04040404050702020202" pitchFamily="82" charset="0"/>
              </a:rPr>
              <a:t>K</a:t>
            </a:r>
          </a:p>
          <a:p>
            <a:r>
              <a:rPr lang="en-IN" dirty="0">
                <a:latin typeface="Curlz MT" panose="04040404050702020202" pitchFamily="82" charset="0"/>
              </a:rPr>
              <a:t>U</a:t>
            </a:r>
          </a:p>
          <a:p>
            <a:r>
              <a:rPr lang="en-IN" dirty="0">
                <a:latin typeface="Curlz MT" panose="04040404050702020202" pitchFamily="82" charset="0"/>
              </a:rPr>
              <a:t>M</a:t>
            </a:r>
          </a:p>
          <a:p>
            <a:r>
              <a:rPr lang="en-IN" dirty="0">
                <a:latin typeface="Curlz MT" panose="04040404050702020202" pitchFamily="82" charset="0"/>
              </a:rPr>
              <a:t>A</a:t>
            </a:r>
          </a:p>
          <a:p>
            <a:r>
              <a:rPr lang="en-IN" dirty="0">
                <a:latin typeface="Curlz MT" panose="04040404050702020202" pitchFamily="82" charset="0"/>
              </a:rPr>
              <a:t>R</a:t>
            </a:r>
          </a:p>
        </p:txBody>
      </p:sp>
      <p:pic>
        <p:nvPicPr>
          <p:cNvPr id="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DD8EC576-9E1C-4ABE-8AB4-6D68DED2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Terraform Architecture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C66599AB-97BA-41C0-B1C3-2082EA857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165072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FF19B505-508E-4568-8A25-12E871F41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287144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ile Png Image | Royalty Free Stock PNG #1229882 - PNG Images - PNGio">
            <a:extLst>
              <a:ext uri="{FF2B5EF4-FFF2-40B4-BE49-F238E27FC236}">
                <a16:creationId xmlns:a16="http://schemas.microsoft.com/office/drawing/2014/main" id="{E17FEB83-E0B5-48D3-89BA-C892FB54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3" y="4092168"/>
            <a:ext cx="1115104" cy="11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7C5A7511-4E4B-4D37-BC92-470E20BA9DBA}"/>
              </a:ext>
            </a:extLst>
          </p:cNvPr>
          <p:cNvSpPr/>
          <p:nvPr/>
        </p:nvSpPr>
        <p:spPr>
          <a:xfrm>
            <a:off x="1369927" y="1650729"/>
            <a:ext cx="961900" cy="3556544"/>
          </a:xfrm>
          <a:prstGeom prst="rightBrace">
            <a:avLst>
              <a:gd name="adj1" fmla="val 8333"/>
              <a:gd name="adj2" fmla="val 49655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3E4B1466-6DCB-4D20-AD22-68DBDC5B7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197" y="2626629"/>
            <a:ext cx="2437182" cy="172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05B09D-A9CB-4CB7-A05B-E6EEFDCB1E22}"/>
              </a:ext>
            </a:extLst>
          </p:cNvPr>
          <p:cNvSpPr txBox="1"/>
          <p:nvPr/>
        </p:nvSpPr>
        <p:spPr>
          <a:xfrm>
            <a:off x="5085379" y="3986552"/>
            <a:ext cx="277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Azure Cloud Provider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CB76D2-CA15-46D1-93C9-4ED4CB4031EA}"/>
              </a:ext>
            </a:extLst>
          </p:cNvPr>
          <p:cNvCxnSpPr/>
          <p:nvPr/>
        </p:nvCxnSpPr>
        <p:spPr>
          <a:xfrm>
            <a:off x="4548249" y="3272489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B61E90-D975-472C-9D5A-0C9B71CE365F}"/>
              </a:ext>
            </a:extLst>
          </p:cNvPr>
          <p:cNvCxnSpPr>
            <a:cxnSpLocks/>
          </p:cNvCxnSpPr>
          <p:nvPr/>
        </p:nvCxnSpPr>
        <p:spPr>
          <a:xfrm flipH="1">
            <a:off x="4533786" y="3589622"/>
            <a:ext cx="880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13BAC4-519C-41B1-A72F-CE0A42D4AD59}"/>
              </a:ext>
            </a:extLst>
          </p:cNvPr>
          <p:cNvCxnSpPr/>
          <p:nvPr/>
        </p:nvCxnSpPr>
        <p:spPr>
          <a:xfrm>
            <a:off x="2064326" y="3417125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B3AC94-D468-4471-9FBC-010DFC34520C}"/>
              </a:ext>
            </a:extLst>
          </p:cNvPr>
          <p:cNvCxnSpPr/>
          <p:nvPr/>
        </p:nvCxnSpPr>
        <p:spPr>
          <a:xfrm>
            <a:off x="7206342" y="3272489"/>
            <a:ext cx="90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456B35-EBE5-4CA5-B758-29739A0E4AA9}"/>
              </a:ext>
            </a:extLst>
          </p:cNvPr>
          <p:cNvCxnSpPr>
            <a:cxnSpLocks/>
          </p:cNvCxnSpPr>
          <p:nvPr/>
        </p:nvCxnSpPr>
        <p:spPr>
          <a:xfrm flipH="1">
            <a:off x="7191879" y="3589622"/>
            <a:ext cx="8807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BD8C94-2B5C-4FF2-99EC-515A618E2EAD}"/>
              </a:ext>
            </a:extLst>
          </p:cNvPr>
          <p:cNvSpPr txBox="1"/>
          <p:nvPr/>
        </p:nvSpPr>
        <p:spPr>
          <a:xfrm>
            <a:off x="1958139" y="3093959"/>
            <a:ext cx="1380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*.</a:t>
            </a:r>
            <a:r>
              <a:rPr lang="en-IN" b="1" dirty="0" err="1">
                <a:solidFill>
                  <a:schemeClr val="accent5"/>
                </a:solidFill>
              </a:rPr>
              <a:t>tf</a:t>
            </a:r>
            <a:endParaRPr lang="en-IN" b="1" dirty="0">
              <a:solidFill>
                <a:schemeClr val="accent5"/>
              </a:solidFill>
            </a:endParaRPr>
          </a:p>
          <a:p>
            <a:r>
              <a:rPr lang="en-IN" b="1" dirty="0">
                <a:solidFill>
                  <a:schemeClr val="accent5"/>
                </a:solidFill>
              </a:rPr>
              <a:t>*.</a:t>
            </a:r>
            <a:r>
              <a:rPr lang="en-IN" b="1">
                <a:solidFill>
                  <a:schemeClr val="accent5"/>
                </a:solidFill>
              </a:rPr>
              <a:t>tfvars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20183-C700-42DD-AD26-32F95BC191AB}"/>
              </a:ext>
            </a:extLst>
          </p:cNvPr>
          <p:cNvSpPr/>
          <p:nvPr/>
        </p:nvSpPr>
        <p:spPr>
          <a:xfrm>
            <a:off x="3170710" y="5142014"/>
            <a:ext cx="1358054" cy="7462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DB3DC7-0B15-4FE6-B869-9EA4FAF3FD2C}"/>
              </a:ext>
            </a:extLst>
          </p:cNvPr>
          <p:cNvSpPr/>
          <p:nvPr/>
        </p:nvSpPr>
        <p:spPr>
          <a:xfrm>
            <a:off x="3323110" y="5294414"/>
            <a:ext cx="1358054" cy="7462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Plugins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544462-6811-4554-A252-1252AE4F6BC0}"/>
              </a:ext>
            </a:extLst>
          </p:cNvPr>
          <p:cNvCxnSpPr>
            <a:stCxn id="3" idx="0"/>
          </p:cNvCxnSpPr>
          <p:nvPr/>
        </p:nvCxnSpPr>
        <p:spPr>
          <a:xfrm flipV="1">
            <a:off x="3849737" y="4350065"/>
            <a:ext cx="0" cy="791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BC9F0D9-B194-41F0-84F0-8B8AA7FDE2EA}"/>
              </a:ext>
            </a:extLst>
          </p:cNvPr>
          <p:cNvSpPr/>
          <p:nvPr/>
        </p:nvSpPr>
        <p:spPr>
          <a:xfrm>
            <a:off x="3216531" y="1513518"/>
            <a:ext cx="1358054" cy="7462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31E04D-4997-408B-9F60-C8CB5C96E3A4}"/>
              </a:ext>
            </a:extLst>
          </p:cNvPr>
          <p:cNvSpPr/>
          <p:nvPr/>
        </p:nvSpPr>
        <p:spPr>
          <a:xfrm>
            <a:off x="3368931" y="1665918"/>
            <a:ext cx="1358054" cy="7462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Modules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64C8C5-B528-4808-A343-1EF038303087}"/>
              </a:ext>
            </a:extLst>
          </p:cNvPr>
          <p:cNvCxnSpPr>
            <a:stCxn id="25" idx="2"/>
          </p:cNvCxnSpPr>
          <p:nvPr/>
        </p:nvCxnSpPr>
        <p:spPr>
          <a:xfrm flipH="1">
            <a:off x="4025735" y="2412200"/>
            <a:ext cx="22223" cy="35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icrosoft Azure Cloud Platform: What Works, What's Needed at Ignite | IT Pro">
            <a:extLst>
              <a:ext uri="{FF2B5EF4-FFF2-40B4-BE49-F238E27FC236}">
                <a16:creationId xmlns:a16="http://schemas.microsoft.com/office/drawing/2014/main" id="{E4B55792-479E-481C-8C66-01B5F732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51" y="2936164"/>
            <a:ext cx="1640741" cy="85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nfographic of Availability Zones architecture.">
            <a:extLst>
              <a:ext uri="{FF2B5EF4-FFF2-40B4-BE49-F238E27FC236}">
                <a16:creationId xmlns:a16="http://schemas.microsoft.com/office/drawing/2014/main" id="{25714984-747C-4B97-B0B0-0BE31521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718" y="1513518"/>
            <a:ext cx="3800793" cy="534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506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4262A8-7980-4818-8BC3-F7B1334CA776}"/>
              </a:ext>
            </a:extLst>
          </p:cNvPr>
          <p:cNvSpPr/>
          <p:nvPr/>
        </p:nvSpPr>
        <p:spPr>
          <a:xfrm>
            <a:off x="620041" y="5749104"/>
            <a:ext cx="4403222" cy="7179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Windows 10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22EB7A-56E2-4789-BDAB-A8834B270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Terraform Architecture</a:t>
            </a:r>
          </a:p>
        </p:txBody>
      </p:sp>
      <p:pic>
        <p:nvPicPr>
          <p:cNvPr id="25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B3E9F1F7-3834-40B7-9839-09E5A2268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1EF84E5-451D-4399-9444-9D191D9BF602}"/>
              </a:ext>
            </a:extLst>
          </p:cNvPr>
          <p:cNvSpPr/>
          <p:nvPr/>
        </p:nvSpPr>
        <p:spPr>
          <a:xfrm>
            <a:off x="684211" y="4942250"/>
            <a:ext cx="4232173" cy="717998"/>
          </a:xfrm>
          <a:prstGeom prst="roundRect">
            <a:avLst/>
          </a:prstGeom>
          <a:solidFill>
            <a:schemeClr val="tx1"/>
          </a:solidFill>
          <a:effectLst>
            <a:innerShdw blurRad="114300">
              <a:prstClr val="black"/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8D88B0CF-F9BC-4033-AAC3-71D28808E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449" y="5000866"/>
            <a:ext cx="2092036" cy="56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9E42BF8-E3BC-4599-B538-C3EE531FE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633317" y="2484174"/>
            <a:ext cx="2635570" cy="1701141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7566A4-FD50-4F08-97B8-4D7436652FE5}"/>
              </a:ext>
            </a:extLst>
          </p:cNvPr>
          <p:cNvCxnSpPr>
            <a:cxnSpLocks/>
          </p:cNvCxnSpPr>
          <p:nvPr/>
        </p:nvCxnSpPr>
        <p:spPr>
          <a:xfrm flipH="1">
            <a:off x="2821209" y="4318796"/>
            <a:ext cx="1" cy="557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2D4771-1D60-4B9F-9325-FAF129CE3E2E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2800298" y="3576451"/>
            <a:ext cx="2697977" cy="1365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1" name="Picture 2" descr="Microsoft Azure Cloud Platform: What Works, What's Needed at Ignite | IT Pro">
            <a:extLst>
              <a:ext uri="{FF2B5EF4-FFF2-40B4-BE49-F238E27FC236}">
                <a16:creationId xmlns:a16="http://schemas.microsoft.com/office/drawing/2014/main" id="{58A8C595-64EA-4184-833A-8E30CE4FA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799" y="1618215"/>
            <a:ext cx="5086632" cy="264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4297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12535</TotalTime>
  <Words>33</Words>
  <Application>Microsoft Office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Century Gothic</vt:lpstr>
      <vt:lpstr>Curlz MT</vt:lpstr>
      <vt:lpstr>Wingdings 3</vt:lpstr>
      <vt:lpstr>Slice</vt:lpstr>
      <vt:lpstr>PowerPoint Presentation</vt:lpstr>
      <vt:lpstr>Terraform Architecture</vt:lpstr>
      <vt:lpstr>Terraform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Pradosh Das</cp:lastModifiedBy>
  <cp:revision>376</cp:revision>
  <dcterms:created xsi:type="dcterms:W3CDTF">2018-04-05T06:53:35Z</dcterms:created>
  <dcterms:modified xsi:type="dcterms:W3CDTF">2021-08-13T10:54:44Z</dcterms:modified>
</cp:coreProperties>
</file>