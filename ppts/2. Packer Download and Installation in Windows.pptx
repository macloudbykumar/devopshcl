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3" r:id="rId4"/>
    <p:sldId id="259" r:id="rId5"/>
    <p:sldId id="269" r:id="rId6"/>
    <p:sldId id="270" r:id="rId7"/>
    <p:sldId id="272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F1C3C-12F6-440C-B165-5434D5D09197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F8521-6F21-4F6F-8C00-A03CA31E9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07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8521-6F21-4F6F-8C00-A03CA31E97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65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F8521-6F21-4F6F-8C00-A03CA31E979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3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0F23-0957-4D26-B745-64D04DF5F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A072-90CD-4D90-AEEC-0875EB1A6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6D14A-61AA-4666-8B95-0B58A1EF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62A4A-6E15-45E3-BF48-A51BF586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B86D4-E7E9-45BF-BD26-5651BAB6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18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1BBC-69E5-4AB5-B65A-F3FBA2B2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5002-20B1-42A5-883A-C51F2F4D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78A37-5FE0-4ED7-925E-5F881FFB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51DDB-35A2-431F-8FB3-096B42C7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C858-7242-4D93-861D-C1E984BC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9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31F4-6C60-44B6-AA90-8B7011E5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462A5-3356-4AEC-B7C2-E72360FAC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7160-9DE4-4A5E-BA12-7782887C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C597-409E-47AF-8B58-4E8C2872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F5C8-3E05-4359-A77B-738BBC73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39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900D-8CE1-4942-B73B-5422FC2C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C309-5CE6-4160-AF21-B97A9F52C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43EFD-59CD-4BC8-AA00-DD55CF515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C319F-7064-4317-9046-503AF4CE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AD1C9-2694-4F9B-8E75-A01C4066C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D094D-A2B3-49C1-A173-DBE4E773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8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CBD7-EDEE-4D1F-9A1F-61E0C00A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D1E7-C8EF-4007-A5F4-E78BD5F2C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900CE-B689-4556-8AF8-9CC69EF0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C0BF8-5C0B-41AC-8A96-35118BFC6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199BE-1BC2-42EB-867E-EF8A758FD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D18AE-1A77-4B40-A838-63027B5B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778A9-C0E6-4958-83C1-F6E85F13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CD6C6-EFCE-4104-9893-09CB3041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50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4280-62BB-4280-81BA-40B423E5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AD470-285B-44E6-8E6B-66027A05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F2BF0-EE99-48AA-BAC8-018BE943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31413-8D51-4AA2-B84C-CCD7EF16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8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80654-85A2-44B0-852E-11AD481B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C82BF-7727-4F41-B53E-1D3FBCEC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B2917-87E5-4C7B-822A-F740ED31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2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316C-76D3-43C3-A2EC-BE63FF02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B311-A787-453F-9CD3-192BB9575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BACDD-B106-4042-9A88-5473C7F15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18525-1DAE-4F5F-90D5-2D22FE71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AE7E2-86C2-4208-A373-016823F2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E200F-DAAD-4E18-8A11-8707ECB5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155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658C-FF93-4A55-B0A1-38E1CBD0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4060E-7CE7-475A-B086-7DFF8C45F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41C87-2AE8-4457-ABB8-2B973E197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7AEF9-348B-4AA2-A80A-0DEDCB7D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26541-AD0A-4973-8CA8-5A224D3B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09156-47FD-46CA-A8B8-CB04C656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1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CC4E-53FA-414F-9D9B-35C828E3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85F90-3DDB-46AA-AB2B-915EE6278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BD7AA-8FC8-49FE-8B69-9DFAFDE9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8D2B9-1E3B-4A8C-8F05-F889F310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71534-B3CE-4FBC-B8B9-F562F464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04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D3769F-3075-40F2-BD5A-6053634B4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BB0F8-6BB5-4876-AD30-694548E32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0FB0D-EEC0-4300-B5FD-3567066E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24A28-E5B7-460A-B204-77D2D45D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DB16-C441-4E87-BEC2-C40042AD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2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0BAA6-20D1-4611-AE1A-C1C66445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C5A60-62F4-48A0-9313-6D7B3AFDC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061C0-7F9C-4B3E-BA75-5C72C300F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BAC52-EB68-4289-9CF6-A53E67757500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0B1C7-9DC3-4460-A174-6F45B7FF1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EDECA-F57A-4473-8FEB-5AFE4FF1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6C3C1-D919-491B-8598-29AAEEF79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5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ker.io/intro/getting-started/#compiling-from-source" TargetMode="External"/><Relationship Id="rId2" Type="http://schemas.openxmlformats.org/officeDocument/2006/relationships/hyperlink" Target="https://www.packer.io/intro/getting-started/#precompiled-binarie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acker.io/intro/getting-started/#alternative-installation-method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E6377-1083-4C63-87BA-EEBC305EA4BD}"/>
              </a:ext>
            </a:extLst>
          </p:cNvPr>
          <p:cNvSpPr txBox="1"/>
          <p:nvPr/>
        </p:nvSpPr>
        <p:spPr>
          <a:xfrm>
            <a:off x="502762" y="3075057"/>
            <a:ext cx="1899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7C3D0-461A-42CC-B5D0-B66F2CE76C2F}"/>
              </a:ext>
            </a:extLst>
          </p:cNvPr>
          <p:cNvSpPr/>
          <p:nvPr/>
        </p:nvSpPr>
        <p:spPr>
          <a:xfrm>
            <a:off x="2570480" y="782320"/>
            <a:ext cx="81280" cy="569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DBD46-CADA-449E-A70E-56E8671B7C41}"/>
              </a:ext>
            </a:extLst>
          </p:cNvPr>
          <p:cNvSpPr txBox="1"/>
          <p:nvPr/>
        </p:nvSpPr>
        <p:spPr>
          <a:xfrm>
            <a:off x="3190240" y="944880"/>
            <a:ext cx="51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to install Packer in Windows 10?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662AE0-14D6-4E47-BC74-0F4B5AEC9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757" y="2247900"/>
            <a:ext cx="56483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9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D0408B-9CC8-409A-BA93-11F60D425A2C}"/>
              </a:ext>
            </a:extLst>
          </p:cNvPr>
          <p:cNvSpPr/>
          <p:nvPr/>
        </p:nvSpPr>
        <p:spPr>
          <a:xfrm>
            <a:off x="264160" y="1082378"/>
            <a:ext cx="11836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73942"/>
                </a:solidFill>
                <a:latin typeface="metro-web"/>
              </a:rPr>
              <a:t>Packer may be installed in the following ways: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373942"/>
                </a:solidFill>
                <a:latin typeface="var(--font-body)"/>
              </a:rPr>
              <a:t>Using a </a:t>
            </a:r>
            <a:r>
              <a:rPr lang="en-US" dirty="0">
                <a:solidFill>
                  <a:srgbClr val="373942"/>
                </a:solidFill>
                <a:latin typeface="var(--font-body)"/>
                <a:hlinkClick r:id="rId2"/>
              </a:rPr>
              <a:t>precompiled binary</a:t>
            </a:r>
            <a:r>
              <a:rPr lang="en-US" dirty="0">
                <a:solidFill>
                  <a:srgbClr val="373942"/>
                </a:solidFill>
                <a:latin typeface="var(--font-body)"/>
              </a:rPr>
              <a:t>; We release binaries for all supported platforms and architectures. This method is recommended for most users.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rgbClr val="373942"/>
              </a:solidFill>
              <a:latin typeface="var(--font-body)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373942"/>
                </a:solidFill>
                <a:latin typeface="var(--font-body)"/>
              </a:rPr>
              <a:t>Installing </a:t>
            </a:r>
            <a:r>
              <a:rPr lang="en-US" dirty="0">
                <a:solidFill>
                  <a:srgbClr val="373942"/>
                </a:solidFill>
                <a:latin typeface="var(--font-body)"/>
                <a:hlinkClick r:id="rId3"/>
              </a:rPr>
              <a:t>from source</a:t>
            </a:r>
            <a:r>
              <a:rPr lang="en-US" dirty="0">
                <a:solidFill>
                  <a:srgbClr val="373942"/>
                </a:solidFill>
                <a:latin typeface="var(--font-body)"/>
              </a:rPr>
              <a:t> This method is only recommended for advanced users.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rgbClr val="373942"/>
              </a:solidFill>
              <a:latin typeface="var(--font-body)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373942"/>
                </a:solidFill>
                <a:latin typeface="var(--font-body)"/>
              </a:rPr>
              <a:t>An unofficial </a:t>
            </a:r>
            <a:r>
              <a:rPr lang="en-US" dirty="0">
                <a:solidFill>
                  <a:srgbClr val="373942"/>
                </a:solidFill>
                <a:latin typeface="var(--font-body)"/>
                <a:hlinkClick r:id="rId4"/>
              </a:rPr>
              <a:t>alternative installation method</a:t>
            </a:r>
            <a:endParaRPr lang="en-US" b="0" i="0" dirty="0">
              <a:solidFill>
                <a:srgbClr val="373942"/>
              </a:solidFill>
              <a:effectLst/>
              <a:latin typeface="var(--font-body)"/>
            </a:endParaRPr>
          </a:p>
        </p:txBody>
      </p:sp>
    </p:spTree>
    <p:extLst>
      <p:ext uri="{BB962C8B-B14F-4D97-AF65-F5344CB8AC3E}">
        <p14:creationId xmlns:p14="http://schemas.microsoft.com/office/powerpoint/2010/main" val="283008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F58FC2-45C1-4D72-A91E-25564CD87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850C8-D72A-4DBC-9FB2-53C3F90A4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7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BE881-D601-4DB1-8EBA-3B48825C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34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4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05E87-559F-4DAC-B538-B2B31EC3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"/>
            <a:ext cx="10694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5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5A634-F018-4434-B9B0-8339C321F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8"/>
            <a:ext cx="12192000" cy="35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1B8B75-E79F-4F89-AA86-4E232F3B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20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8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F4BC6C-E212-4627-A43D-64FBF1296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83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20A7C0-C565-4859-AD8F-BEFBEF7D1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3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914BA0-DFDA-4237-881F-BA09D310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14300"/>
            <a:ext cx="11844302" cy="666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1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D4DF3B-4993-4AFD-9407-E618404D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1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53393-6921-4C5A-B1D9-E9A7C835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0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A17D3-3E78-4E35-9134-D08379285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54"/>
            <a:ext cx="9972675" cy="68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2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C9B763-048A-4EA5-872A-3316EF472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98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F93A65-1A4C-45F7-A70B-0A49F9697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E6377-1083-4C63-87BA-EEBC305EA4BD}"/>
              </a:ext>
            </a:extLst>
          </p:cNvPr>
          <p:cNvSpPr txBox="1"/>
          <p:nvPr/>
        </p:nvSpPr>
        <p:spPr>
          <a:xfrm>
            <a:off x="502762" y="3075057"/>
            <a:ext cx="189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7C3D0-461A-42CC-B5D0-B66F2CE76C2F}"/>
              </a:ext>
            </a:extLst>
          </p:cNvPr>
          <p:cNvSpPr/>
          <p:nvPr/>
        </p:nvSpPr>
        <p:spPr>
          <a:xfrm>
            <a:off x="2570480" y="782320"/>
            <a:ext cx="81280" cy="569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DBD46-CADA-449E-A70E-56E8671B7C41}"/>
              </a:ext>
            </a:extLst>
          </p:cNvPr>
          <p:cNvSpPr txBox="1"/>
          <p:nvPr/>
        </p:nvSpPr>
        <p:spPr>
          <a:xfrm>
            <a:off x="3190240" y="944880"/>
            <a:ext cx="51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to install Packer in Windows 10?</a:t>
            </a:r>
          </a:p>
          <a:p>
            <a:r>
              <a:rPr lang="en-IN" dirty="0"/>
              <a:t>Installation Verification</a:t>
            </a:r>
          </a:p>
          <a:p>
            <a:r>
              <a:rPr lang="en-IN" dirty="0"/>
              <a:t>Understanding of few commands</a:t>
            </a:r>
          </a:p>
        </p:txBody>
      </p:sp>
    </p:spTree>
    <p:extLst>
      <p:ext uri="{BB962C8B-B14F-4D97-AF65-F5344CB8AC3E}">
        <p14:creationId xmlns:p14="http://schemas.microsoft.com/office/powerpoint/2010/main" val="381097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75</Words>
  <Application>Microsoft Office PowerPoint</Application>
  <PresentationFormat>Widescreen</PresentationFormat>
  <Paragraphs>14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metro-web</vt:lpstr>
      <vt:lpstr>var(--font-body)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Training</cp:lastModifiedBy>
  <cp:revision>26</cp:revision>
  <dcterms:created xsi:type="dcterms:W3CDTF">2020-02-20T04:23:39Z</dcterms:created>
  <dcterms:modified xsi:type="dcterms:W3CDTF">2020-05-19T17:31:55Z</dcterms:modified>
</cp:coreProperties>
</file>