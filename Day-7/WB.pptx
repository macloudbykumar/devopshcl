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2018-EB2E-907D-EF1C-0E513CC8A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C7032-8EB5-5341-739F-A95CC3886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4B682-07EC-3F35-0F9C-D87E6F8A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3AD47-79D3-0609-814D-1D1B0644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0B4E-8443-B6C5-52DC-DA41B2A3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29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A4B6-8BE6-8F53-56D3-30E29FCA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4C5B5-8E22-CFF9-0ADE-E45B4DA92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D8E0A-3275-41DD-2085-B2BA830D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D2893-D30C-75EF-4BE9-CE99E937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C478E-625A-E6F8-D096-84087D3D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568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2290-BE39-F048-59FA-3347EAF8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4FB3F-4C53-FCBB-8760-5DFAAD85F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4360-290C-CD91-B788-ADBA16AD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A8B76-49A9-C7C2-2679-B223990E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95E04-F47D-E4BB-DD9C-1F3CEDF7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64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92A5-0318-D066-3F05-4DD3A781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3C82C-3186-8612-C7B7-21F15FB0D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3754E-1807-291D-3CB8-CACAF04B4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36671-8B3E-B2E2-6E7A-C99D6F4A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7C18D-69FD-7329-CB98-0A96A41D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6BEF9-5D19-7B74-9EA7-F85D6151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53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19C-AFA3-12E9-6D61-A2DAAE41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E723E-ECF3-274E-1C15-378048CEC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8AEF3-1C26-F726-A819-DF849D096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203F8-83F1-B635-91D2-6C79EE588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F28FB-67C7-704D-6FAF-F30292F32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727AD0-15C9-118D-F53C-D8F6202B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A7F47-5574-EBAD-A0DA-FECBBA6E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23776D-7CE9-5844-6B13-C3E91A0A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73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9C5F-428D-A5DA-6413-65181925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901EA3-0799-B42F-B4A5-0D7FFCEA7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24E4E-03C9-3FC9-E6B8-F7BD448B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26D40-A67B-DF78-3EC0-CEA6FA13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61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D1A75-1DE0-D776-76EC-F0692741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ACAE7-DA20-6029-6CF3-35247A0D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62FCB-61E2-F4DF-29E2-2A12BBD2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51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82416-E3EE-3441-43EC-D22C1E44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1DA18-153B-5A4A-0CB1-A83163711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DBC33-F7E8-3B81-73EC-80B3C9633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5C905-9458-38A2-CCBC-F4118EBE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44172-31A3-AC4E-F31D-E096B5AC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9DFC5-ABCC-6BFE-0ABD-9CED6A2C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61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9E28-35EC-6C19-9CAB-6FCB20841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AC8D1-F752-967F-E831-3DAF0EB64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786D5-E8DB-7C34-EEA0-C63123922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A19AC-4E3F-A060-EE1B-EFF9772C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E8DBB-D94D-DF2B-ED00-01CAA924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F53CE-4611-960D-F3EC-F7E4D8CA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11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BC59-2DB3-4DF7-B659-77F5A8B4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2100F-1BF5-CDA4-DAD2-D4F5E498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EB848-720A-AF53-33A1-AEDD176A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07F45-F2C7-E9C3-316A-2252EB4B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210F0-9AC4-B978-C9B7-D28122DE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1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9AE7F-BBCD-1029-1CB7-797AF436B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5DB65-1466-374C-E17E-F89565E0C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73228-150D-3067-9467-EB3BE689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5FEA3-1D89-29F6-1A83-F62B15AD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A311B-F350-7BF4-2176-B96B18A4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35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BC1C5D-3620-CE85-E5F2-4F9BA17B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52FED-4CD0-9C4F-7381-6329C74C0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85B02-36E6-4D12-4106-C10014CD6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6E844-DB94-4068-8CC3-B61FF7D6DC6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8BA1-27C5-F88B-8487-53190CFE1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C36A-5A5C-F898-43EB-1C1397FAA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8533E-4E3B-4F59-B186-6D03BACC1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11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vgsilh.com/000000/image/42691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instal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60D270-81E7-AC97-95ED-56B187B2E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394" y="1405770"/>
            <a:ext cx="8354591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9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D241-D031-B751-0303-9D5CCF529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34F43C-2C8B-4878-F2AC-232CD2CE2DBE}"/>
              </a:ext>
            </a:extLst>
          </p:cNvPr>
          <p:cNvSpPr txBox="1"/>
          <p:nvPr/>
        </p:nvSpPr>
        <p:spPr>
          <a:xfrm>
            <a:off x="3288983" y="2167950"/>
            <a:ext cx="6097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Configure the Azure provider</a:t>
            </a:r>
            <a:br>
              <a:rPr lang="en-US" dirty="0"/>
            </a:br>
            <a:r>
              <a:rPr lang="en-US" dirty="0" err="1"/>
              <a:t>provider</a:t>
            </a:r>
            <a:r>
              <a:rPr lang="en-US" dirty="0"/>
              <a:t> "</a:t>
            </a:r>
            <a:r>
              <a:rPr lang="en-US" dirty="0" err="1"/>
              <a:t>azurerm</a:t>
            </a:r>
            <a:r>
              <a:rPr lang="en-US" dirty="0"/>
              <a:t>" {</a:t>
            </a:r>
            <a:br>
              <a:rPr lang="en-US" dirty="0"/>
            </a:br>
            <a:r>
              <a:rPr lang="en-US" dirty="0"/>
              <a:t>  features {}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# Create a Resource Group</a:t>
            </a:r>
            <a:br>
              <a:rPr lang="en-US" dirty="0"/>
            </a:br>
            <a:r>
              <a:rPr lang="en-US" dirty="0"/>
              <a:t>resource "</a:t>
            </a:r>
            <a:r>
              <a:rPr lang="en-US" dirty="0" err="1"/>
              <a:t>azurerm_resource_group</a:t>
            </a:r>
            <a:r>
              <a:rPr lang="en-US" dirty="0"/>
              <a:t>" “res_prej100_01" {</a:t>
            </a:r>
            <a:br>
              <a:rPr lang="en-US" dirty="0"/>
            </a:br>
            <a:r>
              <a:rPr lang="en-US" dirty="0"/>
              <a:t>  name     = "</a:t>
            </a:r>
            <a:r>
              <a:rPr lang="en-US" b="1" dirty="0"/>
              <a:t>example-resources</a:t>
            </a:r>
            <a:r>
              <a:rPr lang="en-US" dirty="0"/>
              <a:t>"</a:t>
            </a:r>
            <a:br>
              <a:rPr lang="en-US" dirty="0"/>
            </a:br>
            <a:r>
              <a:rPr lang="en-US" dirty="0"/>
              <a:t>  location = "East US"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2390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9C2CD4-C919-443C-4E04-34F42FFD0FD3}"/>
              </a:ext>
            </a:extLst>
          </p:cNvPr>
          <p:cNvSpPr txBox="1"/>
          <p:nvPr/>
        </p:nvSpPr>
        <p:spPr>
          <a:xfrm>
            <a:off x="822960" y="202079"/>
            <a:ext cx="1136904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##############################################################</a:t>
            </a:r>
          </a:p>
          <a:p>
            <a:r>
              <a:rPr lang="en-IN" dirty="0"/>
              <a:t># This is for creating Azure res group and Storage account</a:t>
            </a:r>
          </a:p>
          <a:p>
            <a:r>
              <a:rPr lang="en-IN" dirty="0"/>
              <a:t># Author </a:t>
            </a:r>
            <a:r>
              <a:rPr lang="en-IN" dirty="0" err="1"/>
              <a:t>Nmae</a:t>
            </a:r>
            <a:r>
              <a:rPr lang="en-IN" dirty="0"/>
              <a:t>:</a:t>
            </a:r>
          </a:p>
          <a:p>
            <a:r>
              <a:rPr lang="en-IN" dirty="0"/>
              <a:t># Email Add: </a:t>
            </a:r>
            <a:r>
              <a:rPr lang="en-IN" dirty="0" err="1"/>
              <a:t>asss</a:t>
            </a:r>
            <a:endParaRPr lang="en-IN" dirty="0"/>
          </a:p>
          <a:p>
            <a:r>
              <a:rPr lang="en-IN" dirty="0"/>
              <a:t>##############################################################</a:t>
            </a:r>
          </a:p>
          <a:p>
            <a:r>
              <a:rPr lang="en-IN" dirty="0"/>
              <a:t>provider "azurerm" {</a:t>
            </a:r>
          </a:p>
          <a:p>
            <a:r>
              <a:rPr lang="en-IN" dirty="0"/>
              <a:t>  features {}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# This is the resource creation</a:t>
            </a:r>
          </a:p>
          <a:p>
            <a:r>
              <a:rPr lang="en-IN" dirty="0"/>
              <a:t>resource "</a:t>
            </a:r>
            <a:r>
              <a:rPr lang="en-IN" dirty="0" err="1"/>
              <a:t>azurerm_resource_group</a:t>
            </a:r>
            <a:r>
              <a:rPr lang="en-IN" dirty="0"/>
              <a:t>" "</a:t>
            </a:r>
            <a:r>
              <a:rPr lang="en-IN" dirty="0" err="1"/>
              <a:t>example_rg_kumar</a:t>
            </a:r>
            <a:r>
              <a:rPr lang="en-IN" dirty="0"/>
              <a:t>" {</a:t>
            </a:r>
          </a:p>
          <a:p>
            <a:r>
              <a:rPr lang="en-IN" dirty="0"/>
              <a:t>  name     = "example-resources-</a:t>
            </a:r>
            <a:r>
              <a:rPr lang="en-IN" dirty="0" err="1"/>
              <a:t>kumar</a:t>
            </a:r>
            <a:r>
              <a:rPr lang="en-IN" dirty="0"/>
              <a:t>"</a:t>
            </a:r>
          </a:p>
          <a:p>
            <a:r>
              <a:rPr lang="en-IN" dirty="0"/>
              <a:t>  location = "East US"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azurerm_storage_account</a:t>
            </a:r>
            <a:r>
              <a:rPr lang="en-IN" dirty="0"/>
              <a:t>" "</a:t>
            </a:r>
            <a:r>
              <a:rPr lang="en-IN" dirty="0" err="1"/>
              <a:t>example_sa_kumar</a:t>
            </a:r>
            <a:r>
              <a:rPr lang="en-IN" dirty="0"/>
              <a:t>" {</a:t>
            </a:r>
          </a:p>
          <a:p>
            <a:r>
              <a:rPr lang="en-IN" dirty="0"/>
              <a:t>  name                     = "</a:t>
            </a:r>
            <a:r>
              <a:rPr lang="en-IN" dirty="0" err="1"/>
              <a:t>examplestoragekumar</a:t>
            </a:r>
            <a:r>
              <a:rPr lang="en-IN" dirty="0"/>
              <a:t>"</a:t>
            </a:r>
          </a:p>
          <a:p>
            <a:r>
              <a:rPr lang="en-IN" dirty="0"/>
              <a:t>  </a:t>
            </a:r>
            <a:r>
              <a:rPr lang="en-IN" dirty="0" err="1"/>
              <a:t>resource_group_name</a:t>
            </a:r>
            <a:r>
              <a:rPr lang="en-IN" dirty="0"/>
              <a:t>       = azurerm_resource_group.example_rg_kumar.name</a:t>
            </a:r>
          </a:p>
          <a:p>
            <a:r>
              <a:rPr lang="en-IN" dirty="0"/>
              <a:t>  location                 = </a:t>
            </a:r>
            <a:r>
              <a:rPr lang="en-IN" dirty="0" err="1"/>
              <a:t>azurerm_resource_group.example_rg_kumar.location</a:t>
            </a:r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account_tier</a:t>
            </a:r>
            <a:r>
              <a:rPr lang="en-IN" dirty="0"/>
              <a:t>              = "Standard"</a:t>
            </a:r>
          </a:p>
          <a:p>
            <a:r>
              <a:rPr lang="en-IN" dirty="0"/>
              <a:t>  </a:t>
            </a:r>
            <a:r>
              <a:rPr lang="en-IN" dirty="0" err="1"/>
              <a:t>account_replication_type</a:t>
            </a:r>
            <a:r>
              <a:rPr lang="en-IN" dirty="0"/>
              <a:t> = "LRS"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depends_on</a:t>
            </a:r>
            <a:r>
              <a:rPr lang="en-IN" dirty="0"/>
              <a:t> = [</a:t>
            </a:r>
            <a:r>
              <a:rPr lang="en-IN" dirty="0" err="1"/>
              <a:t>azurerm_resource_group.example_rg_kumar</a:t>
            </a:r>
            <a:r>
              <a:rPr lang="en-IN" dirty="0"/>
              <a:t>]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539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37A81D-1BC7-0140-FEA3-3A6D01DB484A}"/>
              </a:ext>
            </a:extLst>
          </p:cNvPr>
          <p:cNvSpPr txBox="1"/>
          <p:nvPr/>
        </p:nvSpPr>
        <p:spPr>
          <a:xfrm>
            <a:off x="3048953" y="2274838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null_resource</a:t>
            </a:r>
            <a:r>
              <a:rPr lang="en-IN" dirty="0"/>
              <a:t>" "</a:t>
            </a:r>
            <a:r>
              <a:rPr lang="en-IN" dirty="0" err="1"/>
              <a:t>example_nr_kumar</a:t>
            </a:r>
            <a:r>
              <a:rPr lang="en-IN" dirty="0"/>
              <a:t>" {</a:t>
            </a:r>
          </a:p>
          <a:p>
            <a:r>
              <a:rPr lang="en-IN" dirty="0"/>
              <a:t>  </a:t>
            </a:r>
            <a:r>
              <a:rPr lang="en-IN" dirty="0" err="1"/>
              <a:t>depends_on</a:t>
            </a:r>
            <a:r>
              <a:rPr lang="en-IN" dirty="0"/>
              <a:t> = [</a:t>
            </a:r>
            <a:r>
              <a:rPr lang="en-IN" dirty="0" err="1"/>
              <a:t>azurerm_storage_account.example_sa_kumar</a:t>
            </a:r>
            <a:r>
              <a:rPr lang="en-IN" dirty="0"/>
              <a:t>]</a:t>
            </a:r>
          </a:p>
          <a:p>
            <a:endParaRPr lang="en-IN" dirty="0"/>
          </a:p>
          <a:p>
            <a:r>
              <a:rPr lang="en-IN" dirty="0"/>
              <a:t>  provisioner "local-exec" {</a:t>
            </a:r>
          </a:p>
          <a:p>
            <a:r>
              <a:rPr lang="en-IN" dirty="0"/>
              <a:t>    command = "echo 'Storage account is created!'"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391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4855B64-EFAD-68A7-43EF-CC45D5529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560225" y="2651760"/>
            <a:ext cx="7071550" cy="37284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4FE71D-3917-7837-AE17-B91135EAE290}"/>
              </a:ext>
            </a:extLst>
          </p:cNvPr>
          <p:cNvSpPr/>
          <p:nvPr/>
        </p:nvSpPr>
        <p:spPr>
          <a:xfrm>
            <a:off x="3657600" y="320040"/>
            <a:ext cx="5086350" cy="20459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Teraform Code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Code: prj100</a:t>
            </a:r>
          </a:p>
        </p:txBody>
      </p:sp>
    </p:spTree>
    <p:extLst>
      <p:ext uri="{BB962C8B-B14F-4D97-AF65-F5344CB8AC3E}">
        <p14:creationId xmlns:p14="http://schemas.microsoft.com/office/powerpoint/2010/main" val="326006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94EE06-44E3-9B9D-0419-5D508419284A}"/>
              </a:ext>
            </a:extLst>
          </p:cNvPr>
          <p:cNvSpPr/>
          <p:nvPr/>
        </p:nvSpPr>
        <p:spPr>
          <a:xfrm>
            <a:off x="561500" y="351473"/>
            <a:ext cx="2743200" cy="2640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PC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VS/TF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25146FC7-2C12-1078-025F-E7C10C22E889}"/>
              </a:ext>
            </a:extLst>
          </p:cNvPr>
          <p:cNvSpPr/>
          <p:nvPr/>
        </p:nvSpPr>
        <p:spPr>
          <a:xfrm>
            <a:off x="4949190" y="2497455"/>
            <a:ext cx="2045970" cy="233172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8723F4-F8A3-8845-81A1-DBA39D08217B}"/>
              </a:ext>
            </a:extLst>
          </p:cNvPr>
          <p:cNvSpPr/>
          <p:nvPr/>
        </p:nvSpPr>
        <p:spPr>
          <a:xfrm>
            <a:off x="5591175" y="697230"/>
            <a:ext cx="762000" cy="1051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Admin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C104A-5621-1CC4-3D69-72AA664F8149}"/>
              </a:ext>
            </a:extLst>
          </p:cNvPr>
          <p:cNvSpPr/>
          <p:nvPr/>
        </p:nvSpPr>
        <p:spPr>
          <a:xfrm>
            <a:off x="1176576" y="2121694"/>
            <a:ext cx="2743200" cy="2640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PC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VS/TF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3538C7-B948-24F2-F5C4-61571619C92C}"/>
              </a:ext>
            </a:extLst>
          </p:cNvPr>
          <p:cNvSpPr/>
          <p:nvPr/>
        </p:nvSpPr>
        <p:spPr>
          <a:xfrm>
            <a:off x="396003" y="3971925"/>
            <a:ext cx="2743200" cy="2640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PC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VS/TF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D290FB-B4C9-BD14-C558-F2F453A3F40B}"/>
              </a:ext>
            </a:extLst>
          </p:cNvPr>
          <p:cNvCxnSpPr/>
          <p:nvPr/>
        </p:nvCxnSpPr>
        <p:spPr>
          <a:xfrm>
            <a:off x="3531870" y="777240"/>
            <a:ext cx="1920240" cy="1971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2282159-22C3-5BBC-4AC2-F40F650899FF}"/>
              </a:ext>
            </a:extLst>
          </p:cNvPr>
          <p:cNvSpPr/>
          <p:nvPr/>
        </p:nvSpPr>
        <p:spPr>
          <a:xfrm>
            <a:off x="7331392" y="1788795"/>
            <a:ext cx="1748790" cy="2183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Windows</a:t>
            </a:r>
          </a:p>
          <a:p>
            <a:pPr algn="ctr"/>
            <a:r>
              <a:rPr lang="en-IN" dirty="0"/>
              <a:t>/</a:t>
            </a:r>
          </a:p>
          <a:p>
            <a:pPr algn="ctr"/>
            <a:r>
              <a:rPr lang="en-IN" dirty="0"/>
              <a:t>Linx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AA8E14-FEB9-9FA0-A9B0-B72EB392347D}"/>
              </a:ext>
            </a:extLst>
          </p:cNvPr>
          <p:cNvSpPr/>
          <p:nvPr/>
        </p:nvSpPr>
        <p:spPr>
          <a:xfrm>
            <a:off x="9667875" y="537210"/>
            <a:ext cx="2196465" cy="6092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19058B-E855-CAEA-B9CA-C7832C4BF747}"/>
              </a:ext>
            </a:extLst>
          </p:cNvPr>
          <p:cNvSpPr/>
          <p:nvPr/>
        </p:nvSpPr>
        <p:spPr>
          <a:xfrm>
            <a:off x="10115550" y="1234440"/>
            <a:ext cx="1516380" cy="105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FF0E6-59A6-CA9A-B018-440F5F6540ED}"/>
              </a:ext>
            </a:extLst>
          </p:cNvPr>
          <p:cNvSpPr/>
          <p:nvPr/>
        </p:nvSpPr>
        <p:spPr>
          <a:xfrm>
            <a:off x="10066020" y="2880360"/>
            <a:ext cx="1516380" cy="105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D5050-5EC8-768E-F4DC-F3DA0E18EA10}"/>
              </a:ext>
            </a:extLst>
          </p:cNvPr>
          <p:cNvSpPr/>
          <p:nvPr/>
        </p:nvSpPr>
        <p:spPr>
          <a:xfrm>
            <a:off x="10115550" y="4863465"/>
            <a:ext cx="1516380" cy="105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C13D2D-BF20-965F-0E2E-ED6AC8AA8475}"/>
              </a:ext>
            </a:extLst>
          </p:cNvPr>
          <p:cNvCxnSpPr/>
          <p:nvPr/>
        </p:nvCxnSpPr>
        <p:spPr>
          <a:xfrm flipV="1">
            <a:off x="9144000" y="1760220"/>
            <a:ext cx="922020" cy="1823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D33159F-C01B-0D0D-79E6-147A2C355696}"/>
              </a:ext>
            </a:extLst>
          </p:cNvPr>
          <p:cNvSpPr/>
          <p:nvPr/>
        </p:nvSpPr>
        <p:spPr>
          <a:xfrm>
            <a:off x="10115550" y="697230"/>
            <a:ext cx="2196465" cy="6092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D6D41B-F772-4C50-2932-DC1B67148147}"/>
              </a:ext>
            </a:extLst>
          </p:cNvPr>
          <p:cNvSpPr/>
          <p:nvPr/>
        </p:nvSpPr>
        <p:spPr>
          <a:xfrm>
            <a:off x="10649903" y="845820"/>
            <a:ext cx="2196465" cy="609219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96A759-7DBC-43C6-279C-77CA1C8E47B3}"/>
              </a:ext>
            </a:extLst>
          </p:cNvPr>
          <p:cNvSpPr/>
          <p:nvPr/>
        </p:nvSpPr>
        <p:spPr>
          <a:xfrm>
            <a:off x="7364969" y="4120515"/>
            <a:ext cx="1748790" cy="21831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Windows</a:t>
            </a:r>
          </a:p>
          <a:p>
            <a:pPr algn="ctr"/>
            <a:r>
              <a:rPr lang="en-IN" dirty="0"/>
              <a:t>/</a:t>
            </a:r>
          </a:p>
          <a:p>
            <a:pPr algn="ctr"/>
            <a:r>
              <a:rPr lang="en-IN" dirty="0"/>
              <a:t>Linx</a:t>
            </a:r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16E0EBB0-D5AC-B2CF-9B60-1D6DCEF4C45A}"/>
              </a:ext>
            </a:extLst>
          </p:cNvPr>
          <p:cNvSpPr/>
          <p:nvPr/>
        </p:nvSpPr>
        <p:spPr>
          <a:xfrm>
            <a:off x="4321731" y="4103370"/>
            <a:ext cx="2045970" cy="233172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Repos</a:t>
            </a:r>
          </a:p>
        </p:txBody>
      </p:sp>
    </p:spTree>
    <p:extLst>
      <p:ext uri="{BB962C8B-B14F-4D97-AF65-F5344CB8AC3E}">
        <p14:creationId xmlns:p14="http://schemas.microsoft.com/office/powerpoint/2010/main" val="1341842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E8811D-E011-8E1F-2C1A-3403D11FE197}"/>
              </a:ext>
            </a:extLst>
          </p:cNvPr>
          <p:cNvSpPr txBox="1"/>
          <p:nvPr/>
        </p:nvSpPr>
        <p:spPr>
          <a:xfrm>
            <a:off x="605790" y="1383030"/>
            <a:ext cx="14973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 1</a:t>
            </a:r>
          </a:p>
          <a:p>
            <a:r>
              <a:rPr lang="en-IN" dirty="0" err="1"/>
              <a:t>Github</a:t>
            </a:r>
            <a:r>
              <a:rPr lang="en-IN" dirty="0"/>
              <a:t> account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Individual email 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9F62A-52ED-BB0F-D1EA-969B3AA6BF43}"/>
              </a:ext>
            </a:extLst>
          </p:cNvPr>
          <p:cNvSpPr txBox="1"/>
          <p:nvPr/>
        </p:nvSpPr>
        <p:spPr>
          <a:xfrm>
            <a:off x="2506980" y="1383030"/>
            <a:ext cx="1497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 2:</a:t>
            </a:r>
          </a:p>
          <a:p>
            <a:endParaRPr lang="en-IN" dirty="0"/>
          </a:p>
          <a:p>
            <a:r>
              <a:rPr lang="en-IN" dirty="0"/>
              <a:t>Created Public </a:t>
            </a:r>
          </a:p>
          <a:p>
            <a:endParaRPr lang="en-IN" dirty="0"/>
          </a:p>
          <a:p>
            <a:r>
              <a:rPr lang="en-IN" dirty="0"/>
              <a:t>Repository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67063-1207-F515-E6E6-A39D53FA752B}"/>
              </a:ext>
            </a:extLst>
          </p:cNvPr>
          <p:cNvSpPr txBox="1"/>
          <p:nvPr/>
        </p:nvSpPr>
        <p:spPr>
          <a:xfrm>
            <a:off x="4408170" y="1383030"/>
            <a:ext cx="14973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 3:</a:t>
            </a:r>
          </a:p>
          <a:p>
            <a:endParaRPr lang="en-IN" dirty="0"/>
          </a:p>
          <a:p>
            <a:r>
              <a:rPr lang="en-IN" dirty="0"/>
              <a:t>Use the git client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git --version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2D286963-2C65-AD5D-FC3B-25408C16F562}"/>
              </a:ext>
            </a:extLst>
          </p:cNvPr>
          <p:cNvSpPr/>
          <p:nvPr/>
        </p:nvSpPr>
        <p:spPr>
          <a:xfrm>
            <a:off x="5440680" y="3977640"/>
            <a:ext cx="1805940" cy="211455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Repository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A2A000-A514-9A81-0233-F9AC113FE374}"/>
              </a:ext>
            </a:extLst>
          </p:cNvPr>
          <p:cNvSpPr/>
          <p:nvPr/>
        </p:nvSpPr>
        <p:spPr>
          <a:xfrm>
            <a:off x="1154430" y="4297680"/>
            <a:ext cx="2274570" cy="1754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P1- Client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PC/Azure CLI</a:t>
            </a:r>
          </a:p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AAE8DF-194B-F1D6-4B55-462E9AC753AF}"/>
              </a:ext>
            </a:extLst>
          </p:cNvPr>
          <p:cNvCxnSpPr/>
          <p:nvPr/>
        </p:nvCxnSpPr>
        <p:spPr>
          <a:xfrm>
            <a:off x="3783330" y="5177790"/>
            <a:ext cx="13373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FF5A116-4C45-E88C-A68E-6C04F8407103}"/>
              </a:ext>
            </a:extLst>
          </p:cNvPr>
          <p:cNvSpPr/>
          <p:nvPr/>
        </p:nvSpPr>
        <p:spPr>
          <a:xfrm>
            <a:off x="5905500" y="5463540"/>
            <a:ext cx="781050" cy="4343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657B2-6EBF-549A-1D24-B2F311B2C483}"/>
              </a:ext>
            </a:extLst>
          </p:cNvPr>
          <p:cNvSpPr/>
          <p:nvPr/>
        </p:nvSpPr>
        <p:spPr>
          <a:xfrm>
            <a:off x="1901190" y="5474970"/>
            <a:ext cx="781050" cy="4343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C1BDC-B49A-CFFB-93CE-9FDAE3C02545}"/>
              </a:ext>
            </a:extLst>
          </p:cNvPr>
          <p:cNvSpPr/>
          <p:nvPr/>
        </p:nvSpPr>
        <p:spPr>
          <a:xfrm>
            <a:off x="9153525" y="4320540"/>
            <a:ext cx="2274570" cy="17543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P2 - Client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PC/Azure CLI</a:t>
            </a:r>
          </a:p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7A9008-E52D-9695-1EB1-E59E645D1206}"/>
              </a:ext>
            </a:extLst>
          </p:cNvPr>
          <p:cNvSpPr/>
          <p:nvPr/>
        </p:nvSpPr>
        <p:spPr>
          <a:xfrm>
            <a:off x="9900285" y="5474970"/>
            <a:ext cx="781050" cy="4343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CE97CE-571D-259A-D52E-78819E79E45A}"/>
              </a:ext>
            </a:extLst>
          </p:cNvPr>
          <p:cNvSpPr/>
          <p:nvPr/>
        </p:nvSpPr>
        <p:spPr>
          <a:xfrm>
            <a:off x="9065895" y="2223314"/>
            <a:ext cx="2274570" cy="17543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Pn</a:t>
            </a:r>
            <a:r>
              <a:rPr lang="en-IN" dirty="0"/>
              <a:t> - Client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PC/Azure CLI</a:t>
            </a:r>
          </a:p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75D5C-B0D4-C82A-1E86-B2A1D586B80F}"/>
              </a:ext>
            </a:extLst>
          </p:cNvPr>
          <p:cNvSpPr/>
          <p:nvPr/>
        </p:nvSpPr>
        <p:spPr>
          <a:xfrm>
            <a:off x="9812655" y="3377744"/>
            <a:ext cx="781050" cy="4343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EA1BC6-A822-9929-64A8-77AB8AD34486}"/>
              </a:ext>
            </a:extLst>
          </p:cNvPr>
          <p:cNvCxnSpPr/>
          <p:nvPr/>
        </p:nvCxnSpPr>
        <p:spPr>
          <a:xfrm>
            <a:off x="7627620" y="5193030"/>
            <a:ext cx="13373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9277CB-36B7-1A3E-14E7-FC851A53127E}"/>
              </a:ext>
            </a:extLst>
          </p:cNvPr>
          <p:cNvCxnSpPr>
            <a:cxnSpLocks/>
          </p:cNvCxnSpPr>
          <p:nvPr/>
        </p:nvCxnSpPr>
        <p:spPr>
          <a:xfrm flipV="1">
            <a:off x="7379970" y="3414355"/>
            <a:ext cx="1584960" cy="1073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2D8A42-5E93-5B23-B32F-149145AA4632}"/>
              </a:ext>
            </a:extLst>
          </p:cNvPr>
          <p:cNvSpPr txBox="1"/>
          <p:nvPr/>
        </p:nvSpPr>
        <p:spPr>
          <a:xfrm>
            <a:off x="6497955" y="1106031"/>
            <a:ext cx="1497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 4:</a:t>
            </a:r>
          </a:p>
          <a:p>
            <a:endParaRPr lang="en-IN" dirty="0"/>
          </a:p>
          <a:p>
            <a:r>
              <a:rPr lang="en-IN" dirty="0"/>
              <a:t>git clone https://nameofrepository*.git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95CFE2-5F14-EC73-58E9-23990C471AFE}"/>
              </a:ext>
            </a:extLst>
          </p:cNvPr>
          <p:cNvSpPr txBox="1"/>
          <p:nvPr/>
        </p:nvSpPr>
        <p:spPr>
          <a:xfrm>
            <a:off x="8936355" y="393830"/>
            <a:ext cx="1497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 5:</a:t>
            </a:r>
          </a:p>
          <a:p>
            <a:endParaRPr lang="en-IN" dirty="0"/>
          </a:p>
          <a:p>
            <a:r>
              <a:rPr lang="en-IN" dirty="0"/>
              <a:t>cd </a:t>
            </a:r>
            <a:r>
              <a:rPr lang="en-IN" dirty="0" err="1"/>
              <a:t>nameofrepository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86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6AF7-374D-D2E2-260F-86BA55389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629DD8-AE35-F490-3076-D8D25AC24591}"/>
              </a:ext>
            </a:extLst>
          </p:cNvPr>
          <p:cNvSpPr txBox="1"/>
          <p:nvPr/>
        </p:nvSpPr>
        <p:spPr>
          <a:xfrm>
            <a:off x="605790" y="1383030"/>
            <a:ext cx="1497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 6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47B33-2529-3EB0-7DBE-D59B85C06A2F}"/>
              </a:ext>
            </a:extLst>
          </p:cNvPr>
          <p:cNvSpPr txBox="1"/>
          <p:nvPr/>
        </p:nvSpPr>
        <p:spPr>
          <a:xfrm>
            <a:off x="605790" y="55828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Git - Install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43ABE9-A0A3-1D54-A798-D2982864B566}"/>
              </a:ext>
            </a:extLst>
          </p:cNvPr>
          <p:cNvSpPr/>
          <p:nvPr/>
        </p:nvSpPr>
        <p:spPr>
          <a:xfrm>
            <a:off x="697230" y="2480310"/>
            <a:ext cx="2251710" cy="16230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Create a new file,</a:t>
            </a:r>
          </a:p>
          <a:p>
            <a:endParaRPr lang="en-IN" dirty="0"/>
          </a:p>
          <a:p>
            <a:r>
              <a:rPr lang="en-IN" dirty="0"/>
              <a:t>git add</a:t>
            </a:r>
          </a:p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597FD2-7125-BECC-442C-848847CEBD02}"/>
              </a:ext>
            </a:extLst>
          </p:cNvPr>
          <p:cNvSpPr/>
          <p:nvPr/>
        </p:nvSpPr>
        <p:spPr>
          <a:xfrm>
            <a:off x="3654742" y="2480310"/>
            <a:ext cx="2251710" cy="16230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git commit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2BA847-9CE4-E1CD-BDC0-B0C9AE77A025}"/>
              </a:ext>
            </a:extLst>
          </p:cNvPr>
          <p:cNvSpPr/>
          <p:nvPr/>
        </p:nvSpPr>
        <p:spPr>
          <a:xfrm>
            <a:off x="6530340" y="2514600"/>
            <a:ext cx="2251710" cy="16230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  <a:p>
            <a:r>
              <a:rPr lang="en-IN" dirty="0"/>
              <a:t>git push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35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6153</TotalTime>
  <Words>373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Kumar</dc:creator>
  <cp:lastModifiedBy>Kumar Kumar</cp:lastModifiedBy>
  <cp:revision>7</cp:revision>
  <dcterms:created xsi:type="dcterms:W3CDTF">2026-03-10T08:16:26Z</dcterms:created>
  <dcterms:modified xsi:type="dcterms:W3CDTF">2026-03-17T10:22:03Z</dcterms:modified>
</cp:coreProperties>
</file>