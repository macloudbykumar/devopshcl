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9" r:id="rId4"/>
    <p:sldId id="270" r:id="rId5"/>
    <p:sldId id="271" r:id="rId6"/>
    <p:sldId id="272" r:id="rId7"/>
    <p:sldId id="268" r:id="rId8"/>
    <p:sldId id="258" r:id="rId9"/>
    <p:sldId id="259" r:id="rId10"/>
    <p:sldId id="260" r:id="rId11"/>
    <p:sldId id="265" r:id="rId12"/>
    <p:sldId id="261" r:id="rId13"/>
    <p:sldId id="262" r:id="rId14"/>
    <p:sldId id="263" r:id="rId15"/>
    <p:sldId id="264" r:id="rId16"/>
    <p:sldId id="266" r:id="rId17"/>
    <p:sldId id="267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066" autoAdjust="0"/>
  </p:normalViewPr>
  <p:slideViewPr>
    <p:cSldViewPr snapToGrid="0">
      <p:cViewPr varScale="1">
        <p:scale>
          <a:sx n="52" d="100"/>
          <a:sy n="52" d="100"/>
        </p:scale>
        <p:origin x="12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2D9E84-D5E2-4907-9642-C85BE8EA062F}" type="datetimeFigureOut">
              <a:rPr lang="en-IN" smtClean="0"/>
              <a:t>02-04-2021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7D7C0B-3C4D-4D48-B1AD-901C1C0D1C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8353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7D7C0B-3C4D-4D48-B1AD-901C1C0D1CA2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78960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7D7C0B-3C4D-4D48-B1AD-901C1C0D1CA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14757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7D7C0B-3C4D-4D48-B1AD-901C1C0D1CA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63221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7D7C0B-3C4D-4D48-B1AD-901C1C0D1CA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72935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7D7C0B-3C4D-4D48-B1AD-901C1C0D1CA2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6052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7D7C0B-3C4D-4D48-B1AD-901C1C0D1CA2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78640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7D7C0B-3C4D-4D48-B1AD-901C1C0D1CA2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1452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7D7C0B-3C4D-4D48-B1AD-901C1C0D1CA2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94689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7D7C0B-3C4D-4D48-B1AD-901C1C0D1CA2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72108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7D7C0B-3C4D-4D48-B1AD-901C1C0D1CA2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16617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7D7C0B-3C4D-4D48-B1AD-901C1C0D1CA2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9227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7D7C0B-3C4D-4D48-B1AD-901C1C0D1CA2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55930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7D7C0B-3C4D-4D48-B1AD-901C1C0D1CA2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41798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7D7C0B-3C4D-4D48-B1AD-901C1C0D1CA2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30363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7D7C0B-3C4D-4D48-B1AD-901C1C0D1CA2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73202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7D7C0B-3C4D-4D48-B1AD-901C1C0D1CA2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5956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7D7C0B-3C4D-4D48-B1AD-901C1C0D1CA2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14188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7D7C0B-3C4D-4D48-B1AD-901C1C0D1CA2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278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0ECDF-9452-4613-925B-66D1B0713F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76BFC4-4DB2-4F24-8E10-3ED91877E3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1D4E09-4993-4B94-8FF2-B52B11F0E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8DB9E-3D3A-4EF4-B5EF-153898E2C2BD}" type="datetimeFigureOut">
              <a:rPr lang="en-IN" smtClean="0"/>
              <a:t>02-04-2021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BE165-503C-49A0-A4EC-FF22E0BA7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DE528-0AB5-4656-B763-F64D10618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21B94-FBC6-488F-81E7-D58C137FCB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413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A3563-6654-4E62-99A2-79A5A02EC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917B4-1089-412D-AC4A-FD1A8257E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2066A5-F888-46C0-9345-A07A938A5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8DB9E-3D3A-4EF4-B5EF-153898E2C2BD}" type="datetimeFigureOut">
              <a:rPr lang="en-IN" smtClean="0"/>
              <a:t>02-04-2021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05C50-26E3-4386-9DDD-640E0672D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E9958-7331-44EB-843F-B5F30B8E7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21B94-FBC6-488F-81E7-D58C137FCB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5084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B7E6F-FD38-4A1D-B0EC-6BD18593C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65BEE1-1ADF-4D48-B11F-8DCC63FB5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CEF94A-3D85-459A-907F-65EDBCA31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8DB9E-3D3A-4EF4-B5EF-153898E2C2BD}" type="datetimeFigureOut">
              <a:rPr lang="en-IN" smtClean="0"/>
              <a:t>02-04-2021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77ACD-17EF-430D-9D35-4596994BA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68616-50BF-4CDA-9C5E-B769BDE4D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21B94-FBC6-488F-81E7-D58C137FCB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1906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118D8-BD13-44CB-A568-9F56E10A5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56ADA-E1FF-49F5-BB16-23B5EECC23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AAD9D8-6274-4CF4-8F5E-40D3892B8C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DB1879-00F6-4F93-A8CC-DB36E83EF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8DB9E-3D3A-4EF4-B5EF-153898E2C2BD}" type="datetimeFigureOut">
              <a:rPr lang="en-IN" smtClean="0"/>
              <a:t>02-04-2021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383E18-F7BD-47CB-B45A-16AECB6AA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A8795D-4957-46A5-BBB2-1FEFBBAA1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21B94-FBC6-488F-81E7-D58C137FCB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5720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C120B-8AE0-4EDC-B56D-DEC41CE20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2AF9A-C2C3-4E04-97D0-27A9909D13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19DDD4-727B-420F-9183-E1038643FE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4D6DAE-1E58-489D-BA12-A04FF93A2C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C987C9-B64C-492C-892C-5B6E055FA3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8383CA-3248-4504-B4CD-F420E3492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8DB9E-3D3A-4EF4-B5EF-153898E2C2BD}" type="datetimeFigureOut">
              <a:rPr lang="en-IN" smtClean="0"/>
              <a:t>02-04-2021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E112F8-9B8F-4BF2-B61D-D4D4386F5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B27033-CB3A-4CD3-8FE0-F38FA73FA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21B94-FBC6-488F-81E7-D58C137FCB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6825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3A661-CB39-4627-9095-A4048E88E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53EC12-C301-4C20-B4EB-DF43FCB87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8DB9E-3D3A-4EF4-B5EF-153898E2C2BD}" type="datetimeFigureOut">
              <a:rPr lang="en-IN" smtClean="0"/>
              <a:t>02-04-2021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48A6F8-166C-4C86-9C36-1540E04A5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870AA6-F19F-4755-A94A-1B2F858DA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21B94-FBC6-488F-81E7-D58C137FCB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9933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60D465-A9FE-45F2-929D-42AE7392A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8DB9E-3D3A-4EF4-B5EF-153898E2C2BD}" type="datetimeFigureOut">
              <a:rPr lang="en-IN" smtClean="0"/>
              <a:t>02-04-2021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D99209-3B36-4911-830B-5A8BDDB4C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4A6BBA-096B-449C-A9FC-7FE2E1F08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21B94-FBC6-488F-81E7-D58C137FCB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578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8C455-D113-4163-8330-3C8ABAAC3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08140-F019-4E76-A64A-0D3C3AD41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000D15-A6DB-4A08-9B3B-3FD94750B8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2840A8-49E5-44B5-9886-CAA774456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8DB9E-3D3A-4EF4-B5EF-153898E2C2BD}" type="datetimeFigureOut">
              <a:rPr lang="en-IN" smtClean="0"/>
              <a:t>02-04-2021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A36663-8B2F-4B79-9C3D-D49987A84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2AC545-F58A-4425-9CCA-EA70EB347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21B94-FBC6-488F-81E7-D58C137FCB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9730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76DEB-12EB-4EE6-BB79-3E35B89FC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81F0C4-4F1E-496D-9464-73BE81833F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103E61-9005-40A7-B4FC-575E8B6B29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6F371B-3088-4226-9498-9F9444368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8DB9E-3D3A-4EF4-B5EF-153898E2C2BD}" type="datetimeFigureOut">
              <a:rPr lang="en-IN" smtClean="0"/>
              <a:t>02-04-2021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293346-FBB5-49AC-A7B7-7AF3DB306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2FA837-1F43-49F7-8866-0AF15A9E9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21B94-FBC6-488F-81E7-D58C137FCB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4177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26677-368D-4B69-A54A-415099AB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5DE9F5-1519-45F0-B03B-509DAE9DE9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6C1828-9466-4E70-8617-A43A5C463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8DB9E-3D3A-4EF4-B5EF-153898E2C2BD}" type="datetimeFigureOut">
              <a:rPr lang="en-IN" smtClean="0"/>
              <a:t>02-04-2021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0E65F-F21F-487A-9F06-7DE35BF97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3CC8E-1CF8-47AE-AE30-51F316235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21B94-FBC6-488F-81E7-D58C137FCB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5849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DC61FE-1853-4A73-AFDD-B1365F757F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BF0C67-B01B-47A5-9CBE-373D7BD96F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7070A3-6154-4C74-ABA7-E91AE0F08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8DB9E-3D3A-4EF4-B5EF-153898E2C2BD}" type="datetimeFigureOut">
              <a:rPr lang="en-IN" smtClean="0"/>
              <a:t>02-04-2021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BF9BB-CEEF-4EC6-A506-8FE2204F8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1EF97-1F60-4D82-B51B-BA492AF5A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21B94-FBC6-488F-81E7-D58C137FCB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3779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7A96A0-6A8B-4B81-87EF-5A92126B0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232485-E668-463F-AD3D-07BB369685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09EAC-091C-4284-8B52-5F1D6867C7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C8DB9E-3D3A-4EF4-B5EF-153898E2C2BD}" type="datetimeFigureOut">
              <a:rPr lang="en-IN" smtClean="0"/>
              <a:t>02-04-2021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D51DE-855E-4C82-89E7-57A35FCB00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57747-5946-47A1-93ED-2A2F53E5BF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21B94-FBC6-488F-81E7-D58C137FCB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6472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1830DE-6349-4E32-842F-0D6015EC4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456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13B7DF9-5EB2-466E-8F04-1C6F452C48E2}"/>
              </a:ext>
            </a:extLst>
          </p:cNvPr>
          <p:cNvSpPr txBox="1"/>
          <p:nvPr/>
        </p:nvSpPr>
        <p:spPr>
          <a:xfrm>
            <a:off x="861884" y="464064"/>
            <a:ext cx="6098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IN" sz="3600" b="0" i="0" dirty="0">
                <a:solidFill>
                  <a:srgbClr val="FF0000"/>
                </a:solidFill>
                <a:effectLst/>
                <a:latin typeface="-apple-system"/>
              </a:rPr>
              <a:t>What are Azure Pipelines?</a:t>
            </a:r>
          </a:p>
        </p:txBody>
      </p:sp>
      <p:pic>
        <p:nvPicPr>
          <p:cNvPr id="1026" name="Picture 2" descr="Setting up a CI/CD pipeline in Azure DevOps for Blazor and Deploy to Azure  | by Ricardo Humberto Vivanco Effio | PipelineSpace | Medium">
            <a:extLst>
              <a:ext uri="{FF2B5EF4-FFF2-40B4-BE49-F238E27FC236}">
                <a16:creationId xmlns:a16="http://schemas.microsoft.com/office/drawing/2014/main" id="{6EC667E6-BF9B-4ECA-918E-13AE88F48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19250"/>
            <a:ext cx="12192000" cy="361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1060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13B7DF9-5EB2-466E-8F04-1C6F452C48E2}"/>
              </a:ext>
            </a:extLst>
          </p:cNvPr>
          <p:cNvSpPr txBox="1"/>
          <p:nvPr/>
        </p:nvSpPr>
        <p:spPr>
          <a:xfrm>
            <a:off x="861884" y="464064"/>
            <a:ext cx="6098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IN" sz="3600" b="0" i="0" dirty="0">
                <a:solidFill>
                  <a:srgbClr val="FF0000"/>
                </a:solidFill>
                <a:effectLst/>
                <a:latin typeface="-apple-system"/>
              </a:rPr>
              <a:t>What are Azure Pipelines?</a:t>
            </a:r>
          </a:p>
        </p:txBody>
      </p:sp>
      <p:pic>
        <p:nvPicPr>
          <p:cNvPr id="2050" name="Picture 2" descr="Create your first pipeline - Azure Pipelines | Microsoft Docs">
            <a:extLst>
              <a:ext uri="{FF2B5EF4-FFF2-40B4-BE49-F238E27FC236}">
                <a16:creationId xmlns:a16="http://schemas.microsoft.com/office/drawing/2014/main" id="{CD712E2C-40B3-449D-932E-18CDE94A57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884" y="1515119"/>
            <a:ext cx="9401175" cy="4124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230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13B7DF9-5EB2-466E-8F04-1C6F452C48E2}"/>
              </a:ext>
            </a:extLst>
          </p:cNvPr>
          <p:cNvSpPr txBox="1"/>
          <p:nvPr/>
        </p:nvSpPr>
        <p:spPr>
          <a:xfrm>
            <a:off x="861884" y="464064"/>
            <a:ext cx="6098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IN" sz="3600" b="0" i="0" dirty="0">
                <a:solidFill>
                  <a:srgbClr val="FF0000"/>
                </a:solidFill>
                <a:effectLst/>
                <a:latin typeface="-apple-system"/>
              </a:rPr>
              <a:t>What are Azure Pipelines?</a:t>
            </a:r>
          </a:p>
        </p:txBody>
      </p:sp>
      <p:pic>
        <p:nvPicPr>
          <p:cNvPr id="3076" name="Picture 4" descr="Using Azure DevOps Pipelines with Qt - Lostdomain">
            <a:extLst>
              <a:ext uri="{FF2B5EF4-FFF2-40B4-BE49-F238E27FC236}">
                <a16:creationId xmlns:a16="http://schemas.microsoft.com/office/drawing/2014/main" id="{1E8E8809-6F7D-44D6-A7AE-AB42B61D0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628" y="2426172"/>
            <a:ext cx="8698993" cy="1688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3335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13B7DF9-5EB2-466E-8F04-1C6F452C48E2}"/>
              </a:ext>
            </a:extLst>
          </p:cNvPr>
          <p:cNvSpPr txBox="1"/>
          <p:nvPr/>
        </p:nvSpPr>
        <p:spPr>
          <a:xfrm>
            <a:off x="861884" y="464064"/>
            <a:ext cx="6098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IN" sz="3600" b="0" i="0" dirty="0">
                <a:solidFill>
                  <a:srgbClr val="FF0000"/>
                </a:solidFill>
                <a:effectLst/>
                <a:latin typeface="-apple-system"/>
              </a:rPr>
              <a:t>What are Azure Pipelines?</a:t>
            </a:r>
          </a:p>
        </p:txBody>
      </p:sp>
      <p:pic>
        <p:nvPicPr>
          <p:cNvPr id="4098" name="Picture 2" descr="Use Azure Pipelines - Azure Pipelines | Microsoft Docs">
            <a:extLst>
              <a:ext uri="{FF2B5EF4-FFF2-40B4-BE49-F238E27FC236}">
                <a16:creationId xmlns:a16="http://schemas.microsoft.com/office/drawing/2014/main" id="{282B8215-5E46-4521-B5FF-40962DF9BC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615" y="1913489"/>
            <a:ext cx="10088770" cy="3263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1944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13B7DF9-5EB2-466E-8F04-1C6F452C48E2}"/>
              </a:ext>
            </a:extLst>
          </p:cNvPr>
          <p:cNvSpPr txBox="1"/>
          <p:nvPr/>
        </p:nvSpPr>
        <p:spPr>
          <a:xfrm>
            <a:off x="861884" y="464064"/>
            <a:ext cx="6098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IN" sz="3600" b="0" i="0" dirty="0">
                <a:solidFill>
                  <a:srgbClr val="FF0000"/>
                </a:solidFill>
                <a:effectLst/>
                <a:latin typeface="-apple-system"/>
              </a:rPr>
              <a:t>What are Azure Pipelines?</a:t>
            </a:r>
          </a:p>
        </p:txBody>
      </p:sp>
      <p:pic>
        <p:nvPicPr>
          <p:cNvPr id="5122" name="Picture 2" descr="End-to-end CI/CD Automation Using Azure DevOps Unified Yaml-defined  Pipelines | Build5Nines">
            <a:extLst>
              <a:ext uri="{FF2B5EF4-FFF2-40B4-BE49-F238E27FC236}">
                <a16:creationId xmlns:a16="http://schemas.microsoft.com/office/drawing/2014/main" id="{3411D8BE-93CA-4F4D-83F8-1DB29DDEC8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373" y="1305269"/>
            <a:ext cx="10919254" cy="4599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9238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B675AD-F502-42C1-9402-08B294730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62" y="1277765"/>
            <a:ext cx="11039475" cy="47720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3B7DF9-5EB2-466E-8F04-1C6F452C48E2}"/>
              </a:ext>
            </a:extLst>
          </p:cNvPr>
          <p:cNvSpPr txBox="1"/>
          <p:nvPr/>
        </p:nvSpPr>
        <p:spPr>
          <a:xfrm>
            <a:off x="861884" y="464064"/>
            <a:ext cx="6098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IN" sz="3600" b="0" i="0" dirty="0">
                <a:solidFill>
                  <a:srgbClr val="FF0000"/>
                </a:solidFill>
                <a:effectLst/>
                <a:latin typeface="-apple-system"/>
              </a:rPr>
              <a:t>What are Azure Pipelines?</a:t>
            </a:r>
          </a:p>
        </p:txBody>
      </p:sp>
    </p:spTree>
    <p:extLst>
      <p:ext uri="{BB962C8B-B14F-4D97-AF65-F5344CB8AC3E}">
        <p14:creationId xmlns:p14="http://schemas.microsoft.com/office/powerpoint/2010/main" val="3167890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F83A30-3E22-4B53-B02A-86C0E54BDD51}"/>
              </a:ext>
            </a:extLst>
          </p:cNvPr>
          <p:cNvSpPr txBox="1"/>
          <p:nvPr/>
        </p:nvSpPr>
        <p:spPr>
          <a:xfrm>
            <a:off x="861884" y="464064"/>
            <a:ext cx="6098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IN" sz="3600" b="0" i="0" dirty="0">
                <a:solidFill>
                  <a:srgbClr val="FF0000"/>
                </a:solidFill>
                <a:effectLst/>
                <a:latin typeface="-apple-system"/>
              </a:rPr>
              <a:t>What are Azure Pipelines?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D79EF0-C6C6-4DF3-98AB-1916CF5E6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33" y="1326162"/>
            <a:ext cx="8839200" cy="393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048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F83A30-3E22-4B53-B02A-86C0E54BDD51}"/>
              </a:ext>
            </a:extLst>
          </p:cNvPr>
          <p:cNvSpPr txBox="1"/>
          <p:nvPr/>
        </p:nvSpPr>
        <p:spPr>
          <a:xfrm>
            <a:off x="861884" y="464064"/>
            <a:ext cx="6098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IN" sz="3600" b="0" i="0" dirty="0">
                <a:solidFill>
                  <a:srgbClr val="FF0000"/>
                </a:solidFill>
                <a:effectLst/>
                <a:latin typeface="-apple-system"/>
              </a:rPr>
              <a:t>What are Azure Pipelines?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55D313-6B1B-4AC2-8657-B34518410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866" y="1315737"/>
            <a:ext cx="8191500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690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F83A30-3E22-4B53-B02A-86C0E54BDD51}"/>
              </a:ext>
            </a:extLst>
          </p:cNvPr>
          <p:cNvSpPr txBox="1"/>
          <p:nvPr/>
        </p:nvSpPr>
        <p:spPr>
          <a:xfrm>
            <a:off x="861884" y="464064"/>
            <a:ext cx="6098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IN" sz="3600" b="0" i="0" dirty="0">
                <a:solidFill>
                  <a:srgbClr val="FF0000"/>
                </a:solidFill>
                <a:effectLst/>
                <a:latin typeface="-apple-system"/>
              </a:rPr>
              <a:t>What are Azure Pipelines?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6C0366-DA5C-4DAC-8399-2B6ADF763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925" y="1244253"/>
            <a:ext cx="5772150" cy="4638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837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F83A30-3E22-4B53-B02A-86C0E54BDD51}"/>
              </a:ext>
            </a:extLst>
          </p:cNvPr>
          <p:cNvSpPr txBox="1"/>
          <p:nvPr/>
        </p:nvSpPr>
        <p:spPr>
          <a:xfrm>
            <a:off x="861884" y="464064"/>
            <a:ext cx="6098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IN" sz="3600" b="0" i="0" dirty="0">
                <a:solidFill>
                  <a:srgbClr val="FF0000"/>
                </a:solidFill>
                <a:effectLst/>
                <a:latin typeface="-apple-system"/>
              </a:rPr>
              <a:t>What are Azure Pipelines?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C3E5C3-0E13-4D53-9BC6-CB1D06FBB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252" y="1110395"/>
            <a:ext cx="6905625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896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F83A30-3E22-4B53-B02A-86C0E54BDD51}"/>
              </a:ext>
            </a:extLst>
          </p:cNvPr>
          <p:cNvSpPr txBox="1"/>
          <p:nvPr/>
        </p:nvSpPr>
        <p:spPr>
          <a:xfrm>
            <a:off x="861884" y="464064"/>
            <a:ext cx="6098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IN" sz="3600" b="0" i="0" dirty="0">
                <a:solidFill>
                  <a:srgbClr val="FF0000"/>
                </a:solidFill>
                <a:effectLst/>
                <a:latin typeface="-apple-system"/>
              </a:rPr>
              <a:t>What are Azure Pipelines?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2A2BDC-5A07-4B36-9D42-A9841A7D30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8735" y="1110395"/>
            <a:ext cx="7256891" cy="5391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819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F83A30-3E22-4B53-B02A-86C0E54BDD51}"/>
              </a:ext>
            </a:extLst>
          </p:cNvPr>
          <p:cNvSpPr txBox="1"/>
          <p:nvPr/>
        </p:nvSpPr>
        <p:spPr>
          <a:xfrm>
            <a:off x="861884" y="464064"/>
            <a:ext cx="6098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IN" sz="3600" b="0" i="0" dirty="0">
                <a:solidFill>
                  <a:srgbClr val="FF0000"/>
                </a:solidFill>
                <a:effectLst/>
                <a:latin typeface="-apple-system"/>
              </a:rPr>
              <a:t>What are Azure Pipelines?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2DF654-0BC5-414C-97D2-3B51FBF7B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8462" y="1110394"/>
            <a:ext cx="6315075" cy="5347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5421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F83A30-3E22-4B53-B02A-86C0E54BDD51}"/>
              </a:ext>
            </a:extLst>
          </p:cNvPr>
          <p:cNvSpPr txBox="1"/>
          <p:nvPr/>
        </p:nvSpPr>
        <p:spPr>
          <a:xfrm>
            <a:off x="861884" y="464064"/>
            <a:ext cx="6098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IN" sz="3600" b="0" i="0" dirty="0">
                <a:solidFill>
                  <a:srgbClr val="FF0000"/>
                </a:solidFill>
                <a:effectLst/>
                <a:latin typeface="-apple-system"/>
              </a:rPr>
              <a:t>What are Azure Pipelines?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F09054-4A0E-4FED-9777-90134DDEC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281" y="1352550"/>
            <a:ext cx="10487025" cy="415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9955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F83A30-3E22-4B53-B02A-86C0E54BDD51}"/>
              </a:ext>
            </a:extLst>
          </p:cNvPr>
          <p:cNvSpPr txBox="1"/>
          <p:nvPr/>
        </p:nvSpPr>
        <p:spPr>
          <a:xfrm>
            <a:off x="861884" y="464064"/>
            <a:ext cx="6098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IN" sz="3600" b="0" i="0" dirty="0">
                <a:solidFill>
                  <a:srgbClr val="FF0000"/>
                </a:solidFill>
                <a:effectLst/>
                <a:latin typeface="-apple-system"/>
              </a:rPr>
              <a:t>What are Azure Pipelines?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E784B7-1EFB-44F4-B4A0-B46B0F393F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4854" y="1495425"/>
            <a:ext cx="6911546" cy="386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2371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46529D6-F918-4C45-A86C-DF9E0EA88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" y="204787"/>
            <a:ext cx="11906250" cy="64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4646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Top Corners One Rounded and One Snipped 1">
            <a:extLst>
              <a:ext uri="{FF2B5EF4-FFF2-40B4-BE49-F238E27FC236}">
                <a16:creationId xmlns:a16="http://schemas.microsoft.com/office/drawing/2014/main" id="{961932FE-BFAB-4ED1-9702-7EA6A15E37E2}"/>
              </a:ext>
            </a:extLst>
          </p:cNvPr>
          <p:cNvSpPr/>
          <p:nvPr/>
        </p:nvSpPr>
        <p:spPr>
          <a:xfrm>
            <a:off x="840260" y="1952368"/>
            <a:ext cx="2323070" cy="2594919"/>
          </a:xfrm>
          <a:prstGeom prst="snip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Code </a:t>
            </a:r>
          </a:p>
          <a:p>
            <a:pPr algn="ctr"/>
            <a:r>
              <a:rPr lang="en-IN" dirty="0"/>
              <a:t>Line1</a:t>
            </a:r>
          </a:p>
          <a:p>
            <a:pPr algn="ctr"/>
            <a:r>
              <a:rPr lang="en-IN" dirty="0"/>
              <a:t>Line2</a:t>
            </a:r>
          </a:p>
          <a:p>
            <a:pPr algn="ctr"/>
            <a:r>
              <a:rPr lang="en-IN" dirty="0"/>
              <a:t>Line3</a:t>
            </a:r>
          </a:p>
          <a:p>
            <a:pPr algn="ctr"/>
            <a:r>
              <a:rPr lang="en-IN" dirty="0"/>
              <a:t>Line4</a:t>
            </a:r>
          </a:p>
          <a:p>
            <a:pPr algn="ctr"/>
            <a:r>
              <a:rPr lang="en-IN" dirty="0"/>
              <a:t>Line5</a:t>
            </a:r>
          </a:p>
          <a:p>
            <a:pPr algn="ctr"/>
            <a:r>
              <a:rPr lang="en-IN" dirty="0"/>
              <a:t>………</a:t>
            </a:r>
          </a:p>
        </p:txBody>
      </p:sp>
      <p:sp>
        <p:nvSpPr>
          <p:cNvPr id="3" name="Rectangle: Top Corners One Rounded and One Snipped 2">
            <a:extLst>
              <a:ext uri="{FF2B5EF4-FFF2-40B4-BE49-F238E27FC236}">
                <a16:creationId xmlns:a16="http://schemas.microsoft.com/office/drawing/2014/main" id="{B3376878-4CCA-471E-BDB5-62A692463B4F}"/>
              </a:ext>
            </a:extLst>
          </p:cNvPr>
          <p:cNvSpPr/>
          <p:nvPr/>
        </p:nvSpPr>
        <p:spPr>
          <a:xfrm>
            <a:off x="4123039" y="1952368"/>
            <a:ext cx="2323070" cy="2594919"/>
          </a:xfrm>
          <a:prstGeom prst="snip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Code Repo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C213883-8E4E-462F-BF3C-C6C040A0D577}"/>
              </a:ext>
            </a:extLst>
          </p:cNvPr>
          <p:cNvCxnSpPr>
            <a:stCxn id="2" idx="0"/>
          </p:cNvCxnSpPr>
          <p:nvPr/>
        </p:nvCxnSpPr>
        <p:spPr>
          <a:xfrm flipV="1">
            <a:off x="3163330" y="3249827"/>
            <a:ext cx="154459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Top Corners One Rounded and One Snipped 5">
            <a:extLst>
              <a:ext uri="{FF2B5EF4-FFF2-40B4-BE49-F238E27FC236}">
                <a16:creationId xmlns:a16="http://schemas.microsoft.com/office/drawing/2014/main" id="{1240C43C-138E-4B5E-86A6-3E7D8BFA167A}"/>
              </a:ext>
            </a:extLst>
          </p:cNvPr>
          <p:cNvSpPr/>
          <p:nvPr/>
        </p:nvSpPr>
        <p:spPr>
          <a:xfrm>
            <a:off x="7030994" y="1952367"/>
            <a:ext cx="2323070" cy="2594919"/>
          </a:xfrm>
          <a:prstGeom prst="snip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Unit Testing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A6E92C1-319D-46C6-9EBC-FCF6F7CCBA53}"/>
              </a:ext>
            </a:extLst>
          </p:cNvPr>
          <p:cNvCxnSpPr>
            <a:stCxn id="3" idx="0"/>
            <a:endCxn id="6" idx="2"/>
          </p:cNvCxnSpPr>
          <p:nvPr/>
        </p:nvCxnSpPr>
        <p:spPr>
          <a:xfrm flipV="1">
            <a:off x="6446109" y="3249827"/>
            <a:ext cx="58488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Top Corners One Rounded and One Snipped 9">
            <a:extLst>
              <a:ext uri="{FF2B5EF4-FFF2-40B4-BE49-F238E27FC236}">
                <a16:creationId xmlns:a16="http://schemas.microsoft.com/office/drawing/2014/main" id="{CE5DEC5F-750F-40B1-9F51-A6E2C68E8716}"/>
              </a:ext>
            </a:extLst>
          </p:cNvPr>
          <p:cNvSpPr/>
          <p:nvPr/>
        </p:nvSpPr>
        <p:spPr>
          <a:xfrm>
            <a:off x="9737123" y="1952366"/>
            <a:ext cx="2323070" cy="2594919"/>
          </a:xfrm>
          <a:prstGeom prst="snip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Another Report</a:t>
            </a:r>
          </a:p>
        </p:txBody>
      </p:sp>
      <p:sp>
        <p:nvSpPr>
          <p:cNvPr id="11" name="Rectangle: Top Corners One Rounded and One Snipped 10">
            <a:extLst>
              <a:ext uri="{FF2B5EF4-FFF2-40B4-BE49-F238E27FC236}">
                <a16:creationId xmlns:a16="http://schemas.microsoft.com/office/drawing/2014/main" id="{804A42C4-2CBB-48DD-B600-1A4E3E9D8FD2}"/>
              </a:ext>
            </a:extLst>
          </p:cNvPr>
          <p:cNvSpPr/>
          <p:nvPr/>
        </p:nvSpPr>
        <p:spPr>
          <a:xfrm>
            <a:off x="1326293" y="345990"/>
            <a:ext cx="1132702" cy="967946"/>
          </a:xfrm>
          <a:prstGeom prst="snip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Start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064C48F-DFE9-4AC2-9862-91C3F44795B8}"/>
              </a:ext>
            </a:extLst>
          </p:cNvPr>
          <p:cNvCxnSpPr/>
          <p:nvPr/>
        </p:nvCxnSpPr>
        <p:spPr>
          <a:xfrm>
            <a:off x="1915297" y="1433384"/>
            <a:ext cx="0" cy="5189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Top Corners One Rounded and One Snipped 13">
            <a:extLst>
              <a:ext uri="{FF2B5EF4-FFF2-40B4-BE49-F238E27FC236}">
                <a16:creationId xmlns:a16="http://schemas.microsoft.com/office/drawing/2014/main" id="{5BA3C48D-FB65-414E-A285-3A2EF520261B}"/>
              </a:ext>
            </a:extLst>
          </p:cNvPr>
          <p:cNvSpPr/>
          <p:nvPr/>
        </p:nvSpPr>
        <p:spPr>
          <a:xfrm>
            <a:off x="10424985" y="5317525"/>
            <a:ext cx="1132702" cy="967946"/>
          </a:xfrm>
          <a:prstGeom prst="snip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End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2DC3CC7-4F01-4780-8408-097A84985A7E}"/>
              </a:ext>
            </a:extLst>
          </p:cNvPr>
          <p:cNvCxnSpPr>
            <a:endCxn id="14" idx="3"/>
          </p:cNvCxnSpPr>
          <p:nvPr/>
        </p:nvCxnSpPr>
        <p:spPr>
          <a:xfrm>
            <a:off x="10775092" y="4547285"/>
            <a:ext cx="216244" cy="770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97964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C540C4E-9E92-48DB-A49C-F091F0A3A70B}"/>
              </a:ext>
            </a:extLst>
          </p:cNvPr>
          <p:cNvSpPr/>
          <p:nvPr/>
        </p:nvSpPr>
        <p:spPr>
          <a:xfrm>
            <a:off x="803189" y="2174790"/>
            <a:ext cx="2113006" cy="19152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CentOS 7 in VM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Build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2B7C50-CBC3-458D-9325-5201F182A41A}"/>
              </a:ext>
            </a:extLst>
          </p:cNvPr>
          <p:cNvSpPr/>
          <p:nvPr/>
        </p:nvSpPr>
        <p:spPr>
          <a:xfrm>
            <a:off x="3982994" y="2174790"/>
            <a:ext cx="2113006" cy="191529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Azure DevOps Agent Pool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324A29-4F27-4B41-97BC-07B1A19AE529}"/>
              </a:ext>
            </a:extLst>
          </p:cNvPr>
          <p:cNvSpPr/>
          <p:nvPr/>
        </p:nvSpPr>
        <p:spPr>
          <a:xfrm>
            <a:off x="6923903" y="2174789"/>
            <a:ext cx="2113006" cy="191529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Azure Pipeline</a:t>
            </a:r>
          </a:p>
          <a:p>
            <a:pPr algn="ctr"/>
            <a:r>
              <a:rPr lang="en-IN" dirty="0"/>
              <a:t>Build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A390A6-8688-4569-A245-AE2542267479}"/>
              </a:ext>
            </a:extLst>
          </p:cNvPr>
          <p:cNvSpPr/>
          <p:nvPr/>
        </p:nvSpPr>
        <p:spPr>
          <a:xfrm>
            <a:off x="6923903" y="4316627"/>
            <a:ext cx="2113006" cy="191529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Azure Pipeline</a:t>
            </a:r>
          </a:p>
          <a:p>
            <a:pPr algn="ctr"/>
            <a:r>
              <a:rPr lang="en-IN" dirty="0"/>
              <a:t>Deploy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7AE2D868-8C34-4C1F-B5BE-749CBCEEA942}"/>
              </a:ext>
            </a:extLst>
          </p:cNvPr>
          <p:cNvCxnSpPr>
            <a:cxnSpLocks/>
            <a:stCxn id="17" idx="3"/>
            <a:endCxn id="9" idx="3"/>
          </p:cNvCxnSpPr>
          <p:nvPr/>
        </p:nvCxnSpPr>
        <p:spPr>
          <a:xfrm>
            <a:off x="9036909" y="3132438"/>
            <a:ext cx="12700" cy="2141838"/>
          </a:xfrm>
          <a:prstGeom prst="bentConnector3">
            <a:avLst>
              <a:gd name="adj1" fmla="val 520540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F58C61B8-7931-4F0F-9EF5-0A0373635FB6}"/>
              </a:ext>
            </a:extLst>
          </p:cNvPr>
          <p:cNvSpPr/>
          <p:nvPr/>
        </p:nvSpPr>
        <p:spPr>
          <a:xfrm>
            <a:off x="3982994" y="4469027"/>
            <a:ext cx="2113006" cy="191529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Dev*Web App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E34FD1-46F9-492D-8E29-2CCA744A5D9B}"/>
              </a:ext>
            </a:extLst>
          </p:cNvPr>
          <p:cNvSpPr/>
          <p:nvPr/>
        </p:nvSpPr>
        <p:spPr>
          <a:xfrm>
            <a:off x="803189" y="4469026"/>
            <a:ext cx="2113006" cy="191529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IE Hello World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D08D4F4-A1D7-482E-B5C6-A401CD84D807}"/>
              </a:ext>
            </a:extLst>
          </p:cNvPr>
          <p:cNvCxnSpPr>
            <a:stCxn id="9" idx="1"/>
          </p:cNvCxnSpPr>
          <p:nvPr/>
        </p:nvCxnSpPr>
        <p:spPr>
          <a:xfrm flipH="1" flipV="1">
            <a:off x="6096000" y="5274275"/>
            <a:ext cx="82790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CC59C86-3D22-4069-808E-2C280E53B52A}"/>
              </a:ext>
            </a:extLst>
          </p:cNvPr>
          <p:cNvCxnSpPr>
            <a:stCxn id="18" idx="1"/>
            <a:endCxn id="19" idx="3"/>
          </p:cNvCxnSpPr>
          <p:nvPr/>
        </p:nvCxnSpPr>
        <p:spPr>
          <a:xfrm flipH="1" flipV="1">
            <a:off x="2916195" y="5426675"/>
            <a:ext cx="106679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A81D2A46-5C18-4871-A242-51CAF849E18F}"/>
              </a:ext>
            </a:extLst>
          </p:cNvPr>
          <p:cNvSpPr/>
          <p:nvPr/>
        </p:nvSpPr>
        <p:spPr>
          <a:xfrm>
            <a:off x="803189" y="13391"/>
            <a:ext cx="2113006" cy="191529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Src/pom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4F97CDC-9283-43E5-8CC3-7BF3682504C2}"/>
              </a:ext>
            </a:extLst>
          </p:cNvPr>
          <p:cNvCxnSpPr>
            <a:stCxn id="23" idx="3"/>
          </p:cNvCxnSpPr>
          <p:nvPr/>
        </p:nvCxnSpPr>
        <p:spPr>
          <a:xfrm flipV="1">
            <a:off x="2916195" y="939114"/>
            <a:ext cx="951470" cy="319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50CF2619-D6A0-466E-99E7-6637EC756305}"/>
              </a:ext>
            </a:extLst>
          </p:cNvPr>
          <p:cNvSpPr/>
          <p:nvPr/>
        </p:nvSpPr>
        <p:spPr>
          <a:xfrm>
            <a:off x="3972698" y="13391"/>
            <a:ext cx="2113006" cy="191529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Azure Repos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BF8004E-D70D-4197-AAB3-C67842216C82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6190737" y="939114"/>
            <a:ext cx="1789669" cy="1235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604B1D7-B7E6-401F-A86C-15A182D0312B}"/>
              </a:ext>
            </a:extLst>
          </p:cNvPr>
          <p:cNvCxnSpPr>
            <a:stCxn id="4" idx="3"/>
            <a:endCxn id="15" idx="1"/>
          </p:cNvCxnSpPr>
          <p:nvPr/>
        </p:nvCxnSpPr>
        <p:spPr>
          <a:xfrm>
            <a:off x="2916195" y="3132439"/>
            <a:ext cx="106679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5A0AF04-5B9B-40B9-B5D8-666E3851E6F6}"/>
              </a:ext>
            </a:extLst>
          </p:cNvPr>
          <p:cNvCxnSpPr>
            <a:stCxn id="15" idx="3"/>
            <a:endCxn id="17" idx="1"/>
          </p:cNvCxnSpPr>
          <p:nvPr/>
        </p:nvCxnSpPr>
        <p:spPr>
          <a:xfrm flipV="1">
            <a:off x="6096000" y="3132438"/>
            <a:ext cx="827903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2CCFF74E-7DE1-40E2-A2B9-380E2327A557}"/>
              </a:ext>
            </a:extLst>
          </p:cNvPr>
          <p:cNvSpPr/>
          <p:nvPr/>
        </p:nvSpPr>
        <p:spPr>
          <a:xfrm>
            <a:off x="9535298" y="259492"/>
            <a:ext cx="2113006" cy="191529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Artifacts</a:t>
            </a:r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E0090FE3-6BFB-41DA-B1AB-0A3F4BF97A67}"/>
              </a:ext>
            </a:extLst>
          </p:cNvPr>
          <p:cNvCxnSpPr>
            <a:stCxn id="17" idx="3"/>
            <a:endCxn id="34" idx="2"/>
          </p:cNvCxnSpPr>
          <p:nvPr/>
        </p:nvCxnSpPr>
        <p:spPr>
          <a:xfrm flipV="1">
            <a:off x="9036909" y="2174789"/>
            <a:ext cx="1554892" cy="95764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6628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776</TotalTime>
  <Words>131</Words>
  <Application>Microsoft Office PowerPoint</Application>
  <PresentationFormat>Widescreen</PresentationFormat>
  <Paragraphs>57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-apple-system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Training</dc:creator>
  <cp:lastModifiedBy>Training</cp:lastModifiedBy>
  <cp:revision>35</cp:revision>
  <dcterms:created xsi:type="dcterms:W3CDTF">2020-12-13T14:23:09Z</dcterms:created>
  <dcterms:modified xsi:type="dcterms:W3CDTF">2021-04-02T09:44:13Z</dcterms:modified>
</cp:coreProperties>
</file>