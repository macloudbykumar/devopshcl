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365" r:id="rId6"/>
    <p:sldId id="263" r:id="rId7"/>
    <p:sldId id="262" r:id="rId8"/>
    <p:sldId id="301" r:id="rId9"/>
    <p:sldId id="303" r:id="rId10"/>
    <p:sldId id="307" r:id="rId11"/>
    <p:sldId id="309" r:id="rId12"/>
    <p:sldId id="310" r:id="rId13"/>
    <p:sldId id="311" r:id="rId14"/>
    <p:sldId id="312" r:id="rId15"/>
    <p:sldId id="313" r:id="rId16"/>
    <p:sldId id="308" r:id="rId17"/>
    <p:sldId id="304" r:id="rId18"/>
    <p:sldId id="306" r:id="rId19"/>
    <p:sldId id="314" r:id="rId20"/>
    <p:sldId id="315" r:id="rId21"/>
    <p:sldId id="316" r:id="rId22"/>
    <p:sldId id="317" r:id="rId23"/>
    <p:sldId id="318" r:id="rId24"/>
    <p:sldId id="319" r:id="rId25"/>
    <p:sldId id="320" r:id="rId26"/>
    <p:sldId id="321" r:id="rId27"/>
    <p:sldId id="322" r:id="rId28"/>
    <p:sldId id="323" r:id="rId29"/>
    <p:sldId id="324" r:id="rId30"/>
    <p:sldId id="366"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264" r:id="rId47"/>
    <p:sldId id="302" r:id="rId48"/>
    <p:sldId id="265" r:id="rId49"/>
    <p:sldId id="268" r:id="rId50"/>
    <p:sldId id="269" r:id="rId51"/>
    <p:sldId id="270" r:id="rId52"/>
    <p:sldId id="368" r:id="rId53"/>
    <p:sldId id="295" r:id="rId54"/>
    <p:sldId id="296" r:id="rId55"/>
    <p:sldId id="367" r:id="rId56"/>
    <p:sldId id="272" r:id="rId57"/>
    <p:sldId id="273" r:id="rId58"/>
    <p:sldId id="274" r:id="rId59"/>
    <p:sldId id="275" r:id="rId60"/>
    <p:sldId id="276" r:id="rId61"/>
    <p:sldId id="280" r:id="rId62"/>
    <p:sldId id="278" r:id="rId63"/>
    <p:sldId id="279" r:id="rId64"/>
    <p:sldId id="277" r:id="rId65"/>
    <p:sldId id="364" r:id="rId66"/>
    <p:sldId id="282" r:id="rId67"/>
    <p:sldId id="283" r:id="rId68"/>
    <p:sldId id="298" r:id="rId69"/>
    <p:sldId id="288" r:id="rId70"/>
    <p:sldId id="284" r:id="rId71"/>
    <p:sldId id="285" r:id="rId72"/>
    <p:sldId id="299" r:id="rId73"/>
    <p:sldId id="286" r:id="rId74"/>
    <p:sldId id="34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54C45DD5-51C3-405F-8E0D-A20EB9CE8882}" type="datetimeFigureOut">
              <a:rPr lang="en-GB" smtClean="0"/>
              <a:t>12/08/2020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240283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4C45DD5-51C3-405F-8E0D-A20EB9CE8882}" type="datetimeFigureOut">
              <a:rPr lang="en-GB" smtClean="0"/>
              <a:t>12/08/2020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2067531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C45DD5-51C3-405F-8E0D-A20EB9CE8882}" type="datetimeFigureOut">
              <a:rPr lang="en-GB" smtClean="0"/>
              <a:t>12/08/2020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96183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4C45DD5-51C3-405F-8E0D-A20EB9CE8882}" type="datetimeFigureOut">
              <a:rPr lang="en-GB" smtClean="0"/>
              <a:t>12/08/2020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3940652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4C45DD5-51C3-405F-8E0D-A20EB9CE8882}" type="datetimeFigureOut">
              <a:rPr lang="en-GB" smtClean="0"/>
              <a:t>12/08/2020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3798984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4C45DD5-51C3-405F-8E0D-A20EB9CE8882}" type="datetimeFigureOut">
              <a:rPr lang="en-GB" smtClean="0"/>
              <a:t>12/08/2020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2182337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C45DD5-51C3-405F-8E0D-A20EB9CE8882}" type="datetimeFigureOut">
              <a:rPr lang="en-GB" smtClean="0"/>
              <a:t>12/08/2020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4242803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45DD5-51C3-405F-8E0D-A20EB9CE8882}" type="datetimeFigureOut">
              <a:rPr lang="en-GB" smtClean="0"/>
              <a:t>12/08/2020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2496232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C45DD5-51C3-405F-8E0D-A20EB9CE8882}" type="datetimeFigureOut">
              <a:rPr lang="en-GB" smtClean="0"/>
              <a:t>12/08/2020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4244006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4C45DD5-51C3-405F-8E0D-A20EB9CE8882}" type="datetimeFigureOut">
              <a:rPr lang="en-GB" smtClean="0"/>
              <a:t>12/08/2020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186027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4C45DD5-51C3-405F-8E0D-A20EB9CE8882}" type="datetimeFigureOut">
              <a:rPr lang="en-GB" smtClean="0"/>
              <a:t>12/08/2020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6B0169-3F1B-4E87-9945-6BE50BDD72A5}" type="slidenum">
              <a:rPr lang="en-GB" smtClean="0"/>
              <a:t>‹#›</a:t>
            </a:fld>
            <a:endParaRPr lang="en-GB"/>
          </a:p>
        </p:txBody>
      </p:sp>
    </p:spTree>
    <p:extLst>
      <p:ext uri="{BB962C8B-B14F-4D97-AF65-F5344CB8AC3E}">
        <p14:creationId xmlns:p14="http://schemas.microsoft.com/office/powerpoint/2010/main" val="2333020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45DD5-51C3-405F-8E0D-A20EB9CE8882}" type="datetimeFigureOut">
              <a:rPr lang="en-GB" smtClean="0"/>
              <a:t>12/08/2020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6B0169-3F1B-4E87-9945-6BE50BDD72A5}" type="slidenum">
              <a:rPr lang="en-GB" smtClean="0"/>
              <a:t>‹#›</a:t>
            </a:fld>
            <a:endParaRPr lang="en-GB"/>
          </a:p>
        </p:txBody>
      </p:sp>
    </p:spTree>
    <p:extLst>
      <p:ext uri="{BB962C8B-B14F-4D97-AF65-F5344CB8AC3E}">
        <p14:creationId xmlns:p14="http://schemas.microsoft.com/office/powerpoint/2010/main" val="934429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FC51ED-B923-4E03-85CA-3E9A7B77D88C}"/>
              </a:ext>
            </a:extLst>
          </p:cNvPr>
          <p:cNvPicPr>
            <a:picLocks noChangeAspect="1"/>
          </p:cNvPicPr>
          <p:nvPr/>
        </p:nvPicPr>
        <p:blipFill>
          <a:blip r:embed="rId2"/>
          <a:stretch>
            <a:fillRect/>
          </a:stretch>
        </p:blipFill>
        <p:spPr>
          <a:xfrm>
            <a:off x="1297171" y="1186574"/>
            <a:ext cx="9484243" cy="4885365"/>
          </a:xfrm>
          <a:prstGeom prst="rect">
            <a:avLst/>
          </a:prstGeom>
        </p:spPr>
      </p:pic>
    </p:spTree>
    <p:extLst>
      <p:ext uri="{BB962C8B-B14F-4D97-AF65-F5344CB8AC3E}">
        <p14:creationId xmlns:p14="http://schemas.microsoft.com/office/powerpoint/2010/main" val="1480585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D343A-FFB8-4556-AC9A-7451E749EA7B}"/>
              </a:ext>
            </a:extLst>
          </p:cNvPr>
          <p:cNvPicPr>
            <a:picLocks noChangeAspect="1"/>
          </p:cNvPicPr>
          <p:nvPr/>
        </p:nvPicPr>
        <p:blipFill>
          <a:blip r:embed="rId2"/>
          <a:stretch>
            <a:fillRect/>
          </a:stretch>
        </p:blipFill>
        <p:spPr>
          <a:xfrm>
            <a:off x="1137685" y="452900"/>
            <a:ext cx="9211228" cy="5528800"/>
          </a:xfrm>
          <a:prstGeom prst="rect">
            <a:avLst/>
          </a:prstGeom>
        </p:spPr>
      </p:pic>
    </p:spTree>
    <p:extLst>
      <p:ext uri="{BB962C8B-B14F-4D97-AF65-F5344CB8AC3E}">
        <p14:creationId xmlns:p14="http://schemas.microsoft.com/office/powerpoint/2010/main" val="1726390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5B3C24-FD54-4D9B-8659-3137961E0C16}"/>
              </a:ext>
            </a:extLst>
          </p:cNvPr>
          <p:cNvPicPr>
            <a:picLocks noChangeAspect="1"/>
          </p:cNvPicPr>
          <p:nvPr/>
        </p:nvPicPr>
        <p:blipFill>
          <a:blip r:embed="rId2"/>
          <a:stretch>
            <a:fillRect/>
          </a:stretch>
        </p:blipFill>
        <p:spPr>
          <a:xfrm>
            <a:off x="842962" y="685800"/>
            <a:ext cx="10506075" cy="5486400"/>
          </a:xfrm>
          <a:prstGeom prst="rect">
            <a:avLst/>
          </a:prstGeom>
        </p:spPr>
      </p:pic>
    </p:spTree>
    <p:extLst>
      <p:ext uri="{BB962C8B-B14F-4D97-AF65-F5344CB8AC3E}">
        <p14:creationId xmlns:p14="http://schemas.microsoft.com/office/powerpoint/2010/main" val="651250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CAE10-3377-4910-A360-1144DD8439C2}"/>
              </a:ext>
            </a:extLst>
          </p:cNvPr>
          <p:cNvPicPr>
            <a:picLocks noChangeAspect="1"/>
          </p:cNvPicPr>
          <p:nvPr/>
        </p:nvPicPr>
        <p:blipFill>
          <a:blip r:embed="rId2"/>
          <a:stretch>
            <a:fillRect/>
          </a:stretch>
        </p:blipFill>
        <p:spPr>
          <a:xfrm>
            <a:off x="923925" y="747712"/>
            <a:ext cx="10344150" cy="5362575"/>
          </a:xfrm>
          <a:prstGeom prst="rect">
            <a:avLst/>
          </a:prstGeom>
        </p:spPr>
      </p:pic>
    </p:spTree>
    <p:extLst>
      <p:ext uri="{BB962C8B-B14F-4D97-AF65-F5344CB8AC3E}">
        <p14:creationId xmlns:p14="http://schemas.microsoft.com/office/powerpoint/2010/main" val="1354412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A3D634-66CA-4FFE-851B-DE2003F7F185}"/>
              </a:ext>
            </a:extLst>
          </p:cNvPr>
          <p:cNvPicPr>
            <a:picLocks noChangeAspect="1"/>
          </p:cNvPicPr>
          <p:nvPr/>
        </p:nvPicPr>
        <p:blipFill>
          <a:blip r:embed="rId2"/>
          <a:stretch>
            <a:fillRect/>
          </a:stretch>
        </p:blipFill>
        <p:spPr>
          <a:xfrm>
            <a:off x="838806" y="0"/>
            <a:ext cx="10514387" cy="6858000"/>
          </a:xfrm>
          <a:prstGeom prst="rect">
            <a:avLst/>
          </a:prstGeom>
        </p:spPr>
      </p:pic>
    </p:spTree>
    <p:extLst>
      <p:ext uri="{BB962C8B-B14F-4D97-AF65-F5344CB8AC3E}">
        <p14:creationId xmlns:p14="http://schemas.microsoft.com/office/powerpoint/2010/main" val="1750148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71587" y="395287"/>
            <a:ext cx="9648825" cy="6067425"/>
          </a:xfrm>
          <a:prstGeom prst="rect">
            <a:avLst/>
          </a:prstGeom>
        </p:spPr>
      </p:pic>
    </p:spTree>
    <p:extLst>
      <p:ext uri="{BB962C8B-B14F-4D97-AF65-F5344CB8AC3E}">
        <p14:creationId xmlns:p14="http://schemas.microsoft.com/office/powerpoint/2010/main" val="315689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BD8D06-0D90-4856-B173-33FC29DA453F}"/>
              </a:ext>
            </a:extLst>
          </p:cNvPr>
          <p:cNvPicPr>
            <a:picLocks noChangeAspect="1"/>
          </p:cNvPicPr>
          <p:nvPr/>
        </p:nvPicPr>
        <p:blipFill>
          <a:blip r:embed="rId2"/>
          <a:stretch>
            <a:fillRect/>
          </a:stretch>
        </p:blipFill>
        <p:spPr>
          <a:xfrm>
            <a:off x="938212" y="514350"/>
            <a:ext cx="10315575" cy="5829300"/>
          </a:xfrm>
          <a:prstGeom prst="rect">
            <a:avLst/>
          </a:prstGeom>
        </p:spPr>
      </p:pic>
    </p:spTree>
    <p:extLst>
      <p:ext uri="{BB962C8B-B14F-4D97-AF65-F5344CB8AC3E}">
        <p14:creationId xmlns:p14="http://schemas.microsoft.com/office/powerpoint/2010/main" val="283057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D42A53-87BB-4EBF-B84A-5A9807256C78}"/>
              </a:ext>
            </a:extLst>
          </p:cNvPr>
          <p:cNvPicPr>
            <a:picLocks noChangeAspect="1"/>
          </p:cNvPicPr>
          <p:nvPr/>
        </p:nvPicPr>
        <p:blipFill>
          <a:blip r:embed="rId2"/>
          <a:stretch>
            <a:fillRect/>
          </a:stretch>
        </p:blipFill>
        <p:spPr>
          <a:xfrm>
            <a:off x="1414130" y="194538"/>
            <a:ext cx="8949070" cy="6182449"/>
          </a:xfrm>
          <a:prstGeom prst="rect">
            <a:avLst/>
          </a:prstGeom>
        </p:spPr>
      </p:pic>
    </p:spTree>
    <p:extLst>
      <p:ext uri="{BB962C8B-B14F-4D97-AF65-F5344CB8AC3E}">
        <p14:creationId xmlns:p14="http://schemas.microsoft.com/office/powerpoint/2010/main" val="361661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1C15A9-2DBE-4FE6-AC6C-1D63B8A27262}"/>
              </a:ext>
            </a:extLst>
          </p:cNvPr>
          <p:cNvPicPr>
            <a:picLocks noChangeAspect="1"/>
          </p:cNvPicPr>
          <p:nvPr/>
        </p:nvPicPr>
        <p:blipFill>
          <a:blip r:embed="rId2"/>
          <a:stretch>
            <a:fillRect/>
          </a:stretch>
        </p:blipFill>
        <p:spPr>
          <a:xfrm>
            <a:off x="1309687" y="757237"/>
            <a:ext cx="9572625" cy="5343525"/>
          </a:xfrm>
          <a:prstGeom prst="rect">
            <a:avLst/>
          </a:prstGeom>
        </p:spPr>
      </p:pic>
    </p:spTree>
    <p:extLst>
      <p:ext uri="{BB962C8B-B14F-4D97-AF65-F5344CB8AC3E}">
        <p14:creationId xmlns:p14="http://schemas.microsoft.com/office/powerpoint/2010/main" val="2782778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D4140F-EBF1-48AF-885F-8F6328C028BB}"/>
              </a:ext>
            </a:extLst>
          </p:cNvPr>
          <p:cNvPicPr>
            <a:picLocks noChangeAspect="1"/>
          </p:cNvPicPr>
          <p:nvPr/>
        </p:nvPicPr>
        <p:blipFill>
          <a:blip r:embed="rId2"/>
          <a:stretch>
            <a:fillRect/>
          </a:stretch>
        </p:blipFill>
        <p:spPr>
          <a:xfrm>
            <a:off x="1171575" y="614362"/>
            <a:ext cx="9848850" cy="5629275"/>
          </a:xfrm>
          <a:prstGeom prst="rect">
            <a:avLst/>
          </a:prstGeom>
        </p:spPr>
      </p:pic>
    </p:spTree>
    <p:extLst>
      <p:ext uri="{BB962C8B-B14F-4D97-AF65-F5344CB8AC3E}">
        <p14:creationId xmlns:p14="http://schemas.microsoft.com/office/powerpoint/2010/main" val="153283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663CD4-22F9-40CE-82E2-D7580C6F29FA}"/>
              </a:ext>
            </a:extLst>
          </p:cNvPr>
          <p:cNvPicPr>
            <a:picLocks noChangeAspect="1"/>
          </p:cNvPicPr>
          <p:nvPr/>
        </p:nvPicPr>
        <p:blipFill>
          <a:blip r:embed="rId2"/>
          <a:stretch>
            <a:fillRect/>
          </a:stretch>
        </p:blipFill>
        <p:spPr>
          <a:xfrm>
            <a:off x="1152525" y="1033462"/>
            <a:ext cx="9886950" cy="4791075"/>
          </a:xfrm>
          <a:prstGeom prst="rect">
            <a:avLst/>
          </a:prstGeom>
        </p:spPr>
      </p:pic>
    </p:spTree>
    <p:extLst>
      <p:ext uri="{BB962C8B-B14F-4D97-AF65-F5344CB8AC3E}">
        <p14:creationId xmlns:p14="http://schemas.microsoft.com/office/powerpoint/2010/main" val="2600147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0C2592-9164-4034-9C6B-077E7222E873}"/>
              </a:ext>
            </a:extLst>
          </p:cNvPr>
          <p:cNvPicPr>
            <a:picLocks noChangeAspect="1"/>
          </p:cNvPicPr>
          <p:nvPr/>
        </p:nvPicPr>
        <p:blipFill>
          <a:blip r:embed="rId2"/>
          <a:stretch>
            <a:fillRect/>
          </a:stretch>
        </p:blipFill>
        <p:spPr>
          <a:xfrm>
            <a:off x="995362" y="647700"/>
            <a:ext cx="10201275" cy="5562600"/>
          </a:xfrm>
          <a:prstGeom prst="rect">
            <a:avLst/>
          </a:prstGeom>
        </p:spPr>
      </p:pic>
    </p:spTree>
    <p:extLst>
      <p:ext uri="{BB962C8B-B14F-4D97-AF65-F5344CB8AC3E}">
        <p14:creationId xmlns:p14="http://schemas.microsoft.com/office/powerpoint/2010/main" val="2592335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69C71F-72EA-4C5B-B126-EBED9CD6DEC8}"/>
              </a:ext>
            </a:extLst>
          </p:cNvPr>
          <p:cNvPicPr>
            <a:picLocks noChangeAspect="1"/>
          </p:cNvPicPr>
          <p:nvPr/>
        </p:nvPicPr>
        <p:blipFill>
          <a:blip r:embed="rId2"/>
          <a:stretch>
            <a:fillRect/>
          </a:stretch>
        </p:blipFill>
        <p:spPr>
          <a:xfrm>
            <a:off x="971550" y="738187"/>
            <a:ext cx="10248900" cy="5381625"/>
          </a:xfrm>
          <a:prstGeom prst="rect">
            <a:avLst/>
          </a:prstGeom>
        </p:spPr>
      </p:pic>
    </p:spTree>
    <p:extLst>
      <p:ext uri="{BB962C8B-B14F-4D97-AF65-F5344CB8AC3E}">
        <p14:creationId xmlns:p14="http://schemas.microsoft.com/office/powerpoint/2010/main" val="4081643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DAE48B-480E-4A5D-93B4-5EAF290D6D17}"/>
              </a:ext>
            </a:extLst>
          </p:cNvPr>
          <p:cNvPicPr>
            <a:picLocks noChangeAspect="1"/>
          </p:cNvPicPr>
          <p:nvPr/>
        </p:nvPicPr>
        <p:blipFill>
          <a:blip r:embed="rId2"/>
          <a:stretch>
            <a:fillRect/>
          </a:stretch>
        </p:blipFill>
        <p:spPr>
          <a:xfrm>
            <a:off x="847725" y="528637"/>
            <a:ext cx="10496550" cy="5800725"/>
          </a:xfrm>
          <a:prstGeom prst="rect">
            <a:avLst/>
          </a:prstGeom>
        </p:spPr>
      </p:pic>
    </p:spTree>
    <p:extLst>
      <p:ext uri="{BB962C8B-B14F-4D97-AF65-F5344CB8AC3E}">
        <p14:creationId xmlns:p14="http://schemas.microsoft.com/office/powerpoint/2010/main" val="936980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C6DD15-DE53-42AA-BBB0-9B6193441DE9}"/>
              </a:ext>
            </a:extLst>
          </p:cNvPr>
          <p:cNvPicPr>
            <a:picLocks noChangeAspect="1"/>
          </p:cNvPicPr>
          <p:nvPr/>
        </p:nvPicPr>
        <p:blipFill>
          <a:blip r:embed="rId2"/>
          <a:stretch>
            <a:fillRect/>
          </a:stretch>
        </p:blipFill>
        <p:spPr>
          <a:xfrm>
            <a:off x="904875" y="671512"/>
            <a:ext cx="10382250" cy="5514975"/>
          </a:xfrm>
          <a:prstGeom prst="rect">
            <a:avLst/>
          </a:prstGeom>
        </p:spPr>
      </p:pic>
    </p:spTree>
    <p:extLst>
      <p:ext uri="{BB962C8B-B14F-4D97-AF65-F5344CB8AC3E}">
        <p14:creationId xmlns:p14="http://schemas.microsoft.com/office/powerpoint/2010/main" val="3896479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624AC9-5316-4E8D-9487-3A36F0A9C304}"/>
              </a:ext>
            </a:extLst>
          </p:cNvPr>
          <p:cNvPicPr>
            <a:picLocks noChangeAspect="1"/>
          </p:cNvPicPr>
          <p:nvPr/>
        </p:nvPicPr>
        <p:blipFill>
          <a:blip r:embed="rId2"/>
          <a:stretch>
            <a:fillRect/>
          </a:stretch>
        </p:blipFill>
        <p:spPr>
          <a:xfrm>
            <a:off x="2119312" y="514350"/>
            <a:ext cx="7953375" cy="5829300"/>
          </a:xfrm>
          <a:prstGeom prst="rect">
            <a:avLst/>
          </a:prstGeom>
        </p:spPr>
      </p:pic>
    </p:spTree>
    <p:extLst>
      <p:ext uri="{BB962C8B-B14F-4D97-AF65-F5344CB8AC3E}">
        <p14:creationId xmlns:p14="http://schemas.microsoft.com/office/powerpoint/2010/main" val="1302450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44CBB6-DFDD-4662-8D54-6A84382F98D1}"/>
              </a:ext>
            </a:extLst>
          </p:cNvPr>
          <p:cNvPicPr>
            <a:picLocks noChangeAspect="1"/>
          </p:cNvPicPr>
          <p:nvPr/>
        </p:nvPicPr>
        <p:blipFill>
          <a:blip r:embed="rId2"/>
          <a:stretch>
            <a:fillRect/>
          </a:stretch>
        </p:blipFill>
        <p:spPr>
          <a:xfrm>
            <a:off x="1028700" y="790575"/>
            <a:ext cx="10134600" cy="5276850"/>
          </a:xfrm>
          <a:prstGeom prst="rect">
            <a:avLst/>
          </a:prstGeom>
        </p:spPr>
      </p:pic>
    </p:spTree>
    <p:extLst>
      <p:ext uri="{BB962C8B-B14F-4D97-AF65-F5344CB8AC3E}">
        <p14:creationId xmlns:p14="http://schemas.microsoft.com/office/powerpoint/2010/main" val="3957628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4B1596-8C7C-4973-A0FC-48C7A06159A2}"/>
              </a:ext>
            </a:extLst>
          </p:cNvPr>
          <p:cNvPicPr>
            <a:picLocks noChangeAspect="1"/>
          </p:cNvPicPr>
          <p:nvPr/>
        </p:nvPicPr>
        <p:blipFill>
          <a:blip r:embed="rId2"/>
          <a:stretch>
            <a:fillRect/>
          </a:stretch>
        </p:blipFill>
        <p:spPr>
          <a:xfrm>
            <a:off x="938212" y="781050"/>
            <a:ext cx="10315575" cy="5295900"/>
          </a:xfrm>
          <a:prstGeom prst="rect">
            <a:avLst/>
          </a:prstGeom>
        </p:spPr>
      </p:pic>
    </p:spTree>
    <p:extLst>
      <p:ext uri="{BB962C8B-B14F-4D97-AF65-F5344CB8AC3E}">
        <p14:creationId xmlns:p14="http://schemas.microsoft.com/office/powerpoint/2010/main" val="3645004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038D70-D45F-4D5D-9A5B-9DB100BA313F}"/>
              </a:ext>
            </a:extLst>
          </p:cNvPr>
          <p:cNvPicPr>
            <a:picLocks noChangeAspect="1"/>
          </p:cNvPicPr>
          <p:nvPr/>
        </p:nvPicPr>
        <p:blipFill>
          <a:blip r:embed="rId2"/>
          <a:stretch>
            <a:fillRect/>
          </a:stretch>
        </p:blipFill>
        <p:spPr>
          <a:xfrm>
            <a:off x="862012" y="485775"/>
            <a:ext cx="10467975" cy="5886450"/>
          </a:xfrm>
          <a:prstGeom prst="rect">
            <a:avLst/>
          </a:prstGeom>
        </p:spPr>
      </p:pic>
    </p:spTree>
    <p:extLst>
      <p:ext uri="{BB962C8B-B14F-4D97-AF65-F5344CB8AC3E}">
        <p14:creationId xmlns:p14="http://schemas.microsoft.com/office/powerpoint/2010/main" val="2155290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168AD6-E153-4854-B251-59799F5896B7}"/>
              </a:ext>
            </a:extLst>
          </p:cNvPr>
          <p:cNvPicPr>
            <a:picLocks noChangeAspect="1"/>
          </p:cNvPicPr>
          <p:nvPr/>
        </p:nvPicPr>
        <p:blipFill>
          <a:blip r:embed="rId2"/>
          <a:stretch>
            <a:fillRect/>
          </a:stretch>
        </p:blipFill>
        <p:spPr>
          <a:xfrm>
            <a:off x="852487" y="495300"/>
            <a:ext cx="10487025" cy="5867400"/>
          </a:xfrm>
          <a:prstGeom prst="rect">
            <a:avLst/>
          </a:prstGeom>
        </p:spPr>
      </p:pic>
    </p:spTree>
    <p:extLst>
      <p:ext uri="{BB962C8B-B14F-4D97-AF65-F5344CB8AC3E}">
        <p14:creationId xmlns:p14="http://schemas.microsoft.com/office/powerpoint/2010/main" val="4241635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11EE1A-A061-459B-ABE4-3BF7B76BBCF6}"/>
              </a:ext>
            </a:extLst>
          </p:cNvPr>
          <p:cNvPicPr>
            <a:picLocks noChangeAspect="1"/>
          </p:cNvPicPr>
          <p:nvPr/>
        </p:nvPicPr>
        <p:blipFill>
          <a:blip r:embed="rId2"/>
          <a:stretch>
            <a:fillRect/>
          </a:stretch>
        </p:blipFill>
        <p:spPr>
          <a:xfrm>
            <a:off x="871537" y="504825"/>
            <a:ext cx="10448925" cy="5848350"/>
          </a:xfrm>
          <a:prstGeom prst="rect">
            <a:avLst/>
          </a:prstGeom>
        </p:spPr>
      </p:pic>
    </p:spTree>
    <p:extLst>
      <p:ext uri="{BB962C8B-B14F-4D97-AF65-F5344CB8AC3E}">
        <p14:creationId xmlns:p14="http://schemas.microsoft.com/office/powerpoint/2010/main" val="2343193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B90A8C-E5EB-4B48-B62E-30A7ADC27F64}"/>
              </a:ext>
            </a:extLst>
          </p:cNvPr>
          <p:cNvPicPr>
            <a:picLocks noChangeAspect="1"/>
          </p:cNvPicPr>
          <p:nvPr/>
        </p:nvPicPr>
        <p:blipFill>
          <a:blip r:embed="rId2"/>
          <a:stretch>
            <a:fillRect/>
          </a:stretch>
        </p:blipFill>
        <p:spPr>
          <a:xfrm>
            <a:off x="1366837" y="566737"/>
            <a:ext cx="9458325" cy="5724525"/>
          </a:xfrm>
          <a:prstGeom prst="rect">
            <a:avLst/>
          </a:prstGeom>
        </p:spPr>
      </p:pic>
    </p:spTree>
    <p:extLst>
      <p:ext uri="{BB962C8B-B14F-4D97-AF65-F5344CB8AC3E}">
        <p14:creationId xmlns:p14="http://schemas.microsoft.com/office/powerpoint/2010/main" val="2870351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A3F402-086C-43CE-9C5F-18B6771ADD96}"/>
              </a:ext>
            </a:extLst>
          </p:cNvPr>
          <p:cNvPicPr>
            <a:picLocks noChangeAspect="1"/>
          </p:cNvPicPr>
          <p:nvPr/>
        </p:nvPicPr>
        <p:blipFill>
          <a:blip r:embed="rId2"/>
          <a:stretch>
            <a:fillRect/>
          </a:stretch>
        </p:blipFill>
        <p:spPr>
          <a:xfrm>
            <a:off x="938212" y="676275"/>
            <a:ext cx="10315575" cy="5505450"/>
          </a:xfrm>
          <a:prstGeom prst="rect">
            <a:avLst/>
          </a:prstGeom>
        </p:spPr>
      </p:pic>
    </p:spTree>
    <p:extLst>
      <p:ext uri="{BB962C8B-B14F-4D97-AF65-F5344CB8AC3E}">
        <p14:creationId xmlns:p14="http://schemas.microsoft.com/office/powerpoint/2010/main" val="2803037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3BA346-7145-4479-95AC-12DDE84597D7}"/>
              </a:ext>
            </a:extLst>
          </p:cNvPr>
          <p:cNvPicPr>
            <a:picLocks noChangeAspect="1"/>
          </p:cNvPicPr>
          <p:nvPr/>
        </p:nvPicPr>
        <p:blipFill>
          <a:blip r:embed="rId2"/>
          <a:stretch>
            <a:fillRect/>
          </a:stretch>
        </p:blipFill>
        <p:spPr>
          <a:xfrm>
            <a:off x="0" y="0"/>
            <a:ext cx="8896350" cy="619125"/>
          </a:xfrm>
          <a:prstGeom prst="rect">
            <a:avLst/>
          </a:prstGeom>
        </p:spPr>
      </p:pic>
      <p:pic>
        <p:nvPicPr>
          <p:cNvPr id="3" name="Picture 2">
            <a:extLst>
              <a:ext uri="{FF2B5EF4-FFF2-40B4-BE49-F238E27FC236}">
                <a16:creationId xmlns:a16="http://schemas.microsoft.com/office/drawing/2014/main" id="{673BBED7-11FF-440A-9AC5-D0C668F68671}"/>
              </a:ext>
            </a:extLst>
          </p:cNvPr>
          <p:cNvPicPr>
            <a:picLocks noChangeAspect="1"/>
          </p:cNvPicPr>
          <p:nvPr/>
        </p:nvPicPr>
        <p:blipFill>
          <a:blip r:embed="rId3"/>
          <a:stretch>
            <a:fillRect/>
          </a:stretch>
        </p:blipFill>
        <p:spPr>
          <a:xfrm>
            <a:off x="-95693" y="619125"/>
            <a:ext cx="10377377" cy="3240494"/>
          </a:xfrm>
          <a:prstGeom prst="rect">
            <a:avLst/>
          </a:prstGeom>
        </p:spPr>
      </p:pic>
      <p:pic>
        <p:nvPicPr>
          <p:cNvPr id="4" name="Picture 3">
            <a:extLst>
              <a:ext uri="{FF2B5EF4-FFF2-40B4-BE49-F238E27FC236}">
                <a16:creationId xmlns:a16="http://schemas.microsoft.com/office/drawing/2014/main" id="{D0412B9A-4019-41EE-B63A-7B0C5E1AEC54}"/>
              </a:ext>
            </a:extLst>
          </p:cNvPr>
          <p:cNvPicPr>
            <a:picLocks noChangeAspect="1"/>
          </p:cNvPicPr>
          <p:nvPr/>
        </p:nvPicPr>
        <p:blipFill>
          <a:blip r:embed="rId4"/>
          <a:stretch>
            <a:fillRect/>
          </a:stretch>
        </p:blipFill>
        <p:spPr>
          <a:xfrm>
            <a:off x="-95693" y="3859618"/>
            <a:ext cx="10377377" cy="2998382"/>
          </a:xfrm>
          <a:prstGeom prst="rect">
            <a:avLst/>
          </a:prstGeom>
        </p:spPr>
      </p:pic>
    </p:spTree>
    <p:extLst>
      <p:ext uri="{BB962C8B-B14F-4D97-AF65-F5344CB8AC3E}">
        <p14:creationId xmlns:p14="http://schemas.microsoft.com/office/powerpoint/2010/main" val="1067144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659D25-1FA4-45B8-A58B-4C210CAE0F51}"/>
              </a:ext>
            </a:extLst>
          </p:cNvPr>
          <p:cNvPicPr>
            <a:picLocks noChangeAspect="1"/>
          </p:cNvPicPr>
          <p:nvPr/>
        </p:nvPicPr>
        <p:blipFill>
          <a:blip r:embed="rId2"/>
          <a:stretch>
            <a:fillRect/>
          </a:stretch>
        </p:blipFill>
        <p:spPr>
          <a:xfrm>
            <a:off x="441842" y="372140"/>
            <a:ext cx="10869096" cy="5876260"/>
          </a:xfrm>
          <a:prstGeom prst="rect">
            <a:avLst/>
          </a:prstGeom>
        </p:spPr>
      </p:pic>
    </p:spTree>
    <p:extLst>
      <p:ext uri="{BB962C8B-B14F-4D97-AF65-F5344CB8AC3E}">
        <p14:creationId xmlns:p14="http://schemas.microsoft.com/office/powerpoint/2010/main" val="1378125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9131B8-2AE8-4017-B1C9-80FCAC449CF1}"/>
              </a:ext>
            </a:extLst>
          </p:cNvPr>
          <p:cNvPicPr>
            <a:picLocks noChangeAspect="1"/>
          </p:cNvPicPr>
          <p:nvPr/>
        </p:nvPicPr>
        <p:blipFill>
          <a:blip r:embed="rId2"/>
          <a:stretch>
            <a:fillRect/>
          </a:stretch>
        </p:blipFill>
        <p:spPr>
          <a:xfrm>
            <a:off x="852487" y="457200"/>
            <a:ext cx="10487025" cy="5943600"/>
          </a:xfrm>
          <a:prstGeom prst="rect">
            <a:avLst/>
          </a:prstGeom>
        </p:spPr>
      </p:pic>
    </p:spTree>
    <p:extLst>
      <p:ext uri="{BB962C8B-B14F-4D97-AF65-F5344CB8AC3E}">
        <p14:creationId xmlns:p14="http://schemas.microsoft.com/office/powerpoint/2010/main" val="2025428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96674C-74AC-4CF0-91ED-4B386800F7CE}"/>
              </a:ext>
            </a:extLst>
          </p:cNvPr>
          <p:cNvPicPr>
            <a:picLocks noChangeAspect="1"/>
          </p:cNvPicPr>
          <p:nvPr/>
        </p:nvPicPr>
        <p:blipFill>
          <a:blip r:embed="rId2"/>
          <a:stretch>
            <a:fillRect/>
          </a:stretch>
        </p:blipFill>
        <p:spPr>
          <a:xfrm>
            <a:off x="847725" y="500062"/>
            <a:ext cx="10496550" cy="5857875"/>
          </a:xfrm>
          <a:prstGeom prst="rect">
            <a:avLst/>
          </a:prstGeom>
        </p:spPr>
      </p:pic>
    </p:spTree>
    <p:extLst>
      <p:ext uri="{BB962C8B-B14F-4D97-AF65-F5344CB8AC3E}">
        <p14:creationId xmlns:p14="http://schemas.microsoft.com/office/powerpoint/2010/main" val="364615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9F08A9-AB3E-4284-83DC-F0EE3079DF0E}"/>
              </a:ext>
            </a:extLst>
          </p:cNvPr>
          <p:cNvPicPr>
            <a:picLocks noChangeAspect="1"/>
          </p:cNvPicPr>
          <p:nvPr/>
        </p:nvPicPr>
        <p:blipFill>
          <a:blip r:embed="rId2"/>
          <a:stretch>
            <a:fillRect/>
          </a:stretch>
        </p:blipFill>
        <p:spPr>
          <a:xfrm>
            <a:off x="857250" y="638175"/>
            <a:ext cx="10477500" cy="5581650"/>
          </a:xfrm>
          <a:prstGeom prst="rect">
            <a:avLst/>
          </a:prstGeom>
        </p:spPr>
      </p:pic>
    </p:spTree>
    <p:extLst>
      <p:ext uri="{BB962C8B-B14F-4D97-AF65-F5344CB8AC3E}">
        <p14:creationId xmlns:p14="http://schemas.microsoft.com/office/powerpoint/2010/main" val="1057640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49859-6D66-4447-981F-6ECE8A32D89D}"/>
              </a:ext>
            </a:extLst>
          </p:cNvPr>
          <p:cNvPicPr>
            <a:picLocks noChangeAspect="1"/>
          </p:cNvPicPr>
          <p:nvPr/>
        </p:nvPicPr>
        <p:blipFill>
          <a:blip r:embed="rId2"/>
          <a:stretch>
            <a:fillRect/>
          </a:stretch>
        </p:blipFill>
        <p:spPr>
          <a:xfrm>
            <a:off x="184914" y="292231"/>
            <a:ext cx="11671175" cy="6193410"/>
          </a:xfrm>
          <a:prstGeom prst="rect">
            <a:avLst/>
          </a:prstGeom>
        </p:spPr>
      </p:pic>
    </p:spTree>
    <p:extLst>
      <p:ext uri="{BB962C8B-B14F-4D97-AF65-F5344CB8AC3E}">
        <p14:creationId xmlns:p14="http://schemas.microsoft.com/office/powerpoint/2010/main" val="771320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80C6D1-58D3-4E11-AA37-59F91AB677C7}"/>
              </a:ext>
            </a:extLst>
          </p:cNvPr>
          <p:cNvPicPr>
            <a:picLocks noChangeAspect="1"/>
          </p:cNvPicPr>
          <p:nvPr/>
        </p:nvPicPr>
        <p:blipFill>
          <a:blip r:embed="rId2"/>
          <a:stretch>
            <a:fillRect/>
          </a:stretch>
        </p:blipFill>
        <p:spPr>
          <a:xfrm>
            <a:off x="1014412" y="585787"/>
            <a:ext cx="10163175" cy="5686425"/>
          </a:xfrm>
          <a:prstGeom prst="rect">
            <a:avLst/>
          </a:prstGeom>
        </p:spPr>
      </p:pic>
    </p:spTree>
    <p:extLst>
      <p:ext uri="{BB962C8B-B14F-4D97-AF65-F5344CB8AC3E}">
        <p14:creationId xmlns:p14="http://schemas.microsoft.com/office/powerpoint/2010/main" val="1138842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608845-917A-4F44-8F22-47C21120B18F}"/>
              </a:ext>
            </a:extLst>
          </p:cNvPr>
          <p:cNvPicPr>
            <a:picLocks noChangeAspect="1"/>
          </p:cNvPicPr>
          <p:nvPr/>
        </p:nvPicPr>
        <p:blipFill>
          <a:blip r:embed="rId2"/>
          <a:stretch>
            <a:fillRect/>
          </a:stretch>
        </p:blipFill>
        <p:spPr>
          <a:xfrm>
            <a:off x="1057275" y="1166812"/>
            <a:ext cx="10077450" cy="4524375"/>
          </a:xfrm>
          <a:prstGeom prst="rect">
            <a:avLst/>
          </a:prstGeom>
        </p:spPr>
      </p:pic>
    </p:spTree>
    <p:extLst>
      <p:ext uri="{BB962C8B-B14F-4D97-AF65-F5344CB8AC3E}">
        <p14:creationId xmlns:p14="http://schemas.microsoft.com/office/powerpoint/2010/main" val="2383738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9A1F25-A0E7-4AC8-A580-BD45FE8F1055}"/>
              </a:ext>
            </a:extLst>
          </p:cNvPr>
          <p:cNvPicPr>
            <a:picLocks noChangeAspect="1"/>
          </p:cNvPicPr>
          <p:nvPr/>
        </p:nvPicPr>
        <p:blipFill>
          <a:blip r:embed="rId2"/>
          <a:stretch>
            <a:fillRect/>
          </a:stretch>
        </p:blipFill>
        <p:spPr>
          <a:xfrm>
            <a:off x="414780" y="914399"/>
            <a:ext cx="11207940" cy="4703975"/>
          </a:xfrm>
          <a:prstGeom prst="rect">
            <a:avLst/>
          </a:prstGeom>
        </p:spPr>
      </p:pic>
    </p:spTree>
    <p:extLst>
      <p:ext uri="{BB962C8B-B14F-4D97-AF65-F5344CB8AC3E}">
        <p14:creationId xmlns:p14="http://schemas.microsoft.com/office/powerpoint/2010/main" val="140228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CF938F-FFF3-4FB1-BF30-1F172C689115}"/>
              </a:ext>
            </a:extLst>
          </p:cNvPr>
          <p:cNvPicPr>
            <a:picLocks noChangeAspect="1"/>
          </p:cNvPicPr>
          <p:nvPr/>
        </p:nvPicPr>
        <p:blipFill>
          <a:blip r:embed="rId2"/>
          <a:stretch>
            <a:fillRect/>
          </a:stretch>
        </p:blipFill>
        <p:spPr>
          <a:xfrm>
            <a:off x="928687" y="709612"/>
            <a:ext cx="10334625" cy="5438775"/>
          </a:xfrm>
          <a:prstGeom prst="rect">
            <a:avLst/>
          </a:prstGeom>
        </p:spPr>
      </p:pic>
    </p:spTree>
    <p:extLst>
      <p:ext uri="{BB962C8B-B14F-4D97-AF65-F5344CB8AC3E}">
        <p14:creationId xmlns:p14="http://schemas.microsoft.com/office/powerpoint/2010/main" val="3025464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806D45-B96B-45C3-B971-A0CD8BE9C37C}"/>
              </a:ext>
            </a:extLst>
          </p:cNvPr>
          <p:cNvPicPr>
            <a:picLocks noChangeAspect="1"/>
          </p:cNvPicPr>
          <p:nvPr/>
        </p:nvPicPr>
        <p:blipFill>
          <a:blip r:embed="rId2"/>
          <a:stretch>
            <a:fillRect/>
          </a:stretch>
        </p:blipFill>
        <p:spPr>
          <a:xfrm>
            <a:off x="1085850" y="604837"/>
            <a:ext cx="10020300" cy="5648325"/>
          </a:xfrm>
          <a:prstGeom prst="rect">
            <a:avLst/>
          </a:prstGeom>
        </p:spPr>
      </p:pic>
    </p:spTree>
    <p:extLst>
      <p:ext uri="{BB962C8B-B14F-4D97-AF65-F5344CB8AC3E}">
        <p14:creationId xmlns:p14="http://schemas.microsoft.com/office/powerpoint/2010/main" val="3301541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58D621-464B-46A8-BBD0-A5F3B285F1E5}"/>
              </a:ext>
            </a:extLst>
          </p:cNvPr>
          <p:cNvPicPr>
            <a:picLocks noChangeAspect="1"/>
          </p:cNvPicPr>
          <p:nvPr/>
        </p:nvPicPr>
        <p:blipFill>
          <a:blip r:embed="rId2"/>
          <a:stretch>
            <a:fillRect/>
          </a:stretch>
        </p:blipFill>
        <p:spPr>
          <a:xfrm>
            <a:off x="942975" y="581025"/>
            <a:ext cx="10306050" cy="5695950"/>
          </a:xfrm>
          <a:prstGeom prst="rect">
            <a:avLst/>
          </a:prstGeom>
        </p:spPr>
      </p:pic>
    </p:spTree>
    <p:extLst>
      <p:ext uri="{BB962C8B-B14F-4D97-AF65-F5344CB8AC3E}">
        <p14:creationId xmlns:p14="http://schemas.microsoft.com/office/powerpoint/2010/main" val="29369216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D96D02-A78B-477F-A699-FE56CB9E2EC5}"/>
              </a:ext>
            </a:extLst>
          </p:cNvPr>
          <p:cNvPicPr>
            <a:picLocks noChangeAspect="1"/>
          </p:cNvPicPr>
          <p:nvPr/>
        </p:nvPicPr>
        <p:blipFill>
          <a:blip r:embed="rId2"/>
          <a:stretch>
            <a:fillRect/>
          </a:stretch>
        </p:blipFill>
        <p:spPr>
          <a:xfrm>
            <a:off x="966787" y="923925"/>
            <a:ext cx="10258425" cy="5010150"/>
          </a:xfrm>
          <a:prstGeom prst="rect">
            <a:avLst/>
          </a:prstGeom>
        </p:spPr>
      </p:pic>
    </p:spTree>
    <p:extLst>
      <p:ext uri="{BB962C8B-B14F-4D97-AF65-F5344CB8AC3E}">
        <p14:creationId xmlns:p14="http://schemas.microsoft.com/office/powerpoint/2010/main" val="2827296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0501B9-0FA2-4468-B416-3F7650B4F965}"/>
              </a:ext>
            </a:extLst>
          </p:cNvPr>
          <p:cNvPicPr>
            <a:picLocks noChangeAspect="1"/>
          </p:cNvPicPr>
          <p:nvPr/>
        </p:nvPicPr>
        <p:blipFill>
          <a:blip r:embed="rId2"/>
          <a:stretch>
            <a:fillRect/>
          </a:stretch>
        </p:blipFill>
        <p:spPr>
          <a:xfrm>
            <a:off x="265814" y="582685"/>
            <a:ext cx="11827922" cy="4765491"/>
          </a:xfrm>
          <a:prstGeom prst="rect">
            <a:avLst/>
          </a:prstGeom>
        </p:spPr>
      </p:pic>
    </p:spTree>
    <p:extLst>
      <p:ext uri="{BB962C8B-B14F-4D97-AF65-F5344CB8AC3E}">
        <p14:creationId xmlns:p14="http://schemas.microsoft.com/office/powerpoint/2010/main" val="406301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B8D21F-69CA-46EB-B20D-0038D5C22462}"/>
              </a:ext>
            </a:extLst>
          </p:cNvPr>
          <p:cNvPicPr>
            <a:picLocks noChangeAspect="1"/>
          </p:cNvPicPr>
          <p:nvPr/>
        </p:nvPicPr>
        <p:blipFill>
          <a:blip r:embed="rId2"/>
          <a:stretch>
            <a:fillRect/>
          </a:stretch>
        </p:blipFill>
        <p:spPr>
          <a:xfrm>
            <a:off x="0" y="1"/>
            <a:ext cx="9963150" cy="4040372"/>
          </a:xfrm>
          <a:prstGeom prst="rect">
            <a:avLst/>
          </a:prstGeom>
        </p:spPr>
      </p:pic>
      <p:pic>
        <p:nvPicPr>
          <p:cNvPr id="3" name="Picture 2">
            <a:extLst>
              <a:ext uri="{FF2B5EF4-FFF2-40B4-BE49-F238E27FC236}">
                <a16:creationId xmlns:a16="http://schemas.microsoft.com/office/drawing/2014/main" id="{07EA7A74-7810-4E00-BE5D-CC05C7229265}"/>
              </a:ext>
            </a:extLst>
          </p:cNvPr>
          <p:cNvPicPr>
            <a:picLocks noChangeAspect="1"/>
          </p:cNvPicPr>
          <p:nvPr/>
        </p:nvPicPr>
        <p:blipFill>
          <a:blip r:embed="rId3"/>
          <a:stretch>
            <a:fillRect/>
          </a:stretch>
        </p:blipFill>
        <p:spPr>
          <a:xfrm>
            <a:off x="180754" y="3530009"/>
            <a:ext cx="9782396" cy="2724150"/>
          </a:xfrm>
          <a:prstGeom prst="rect">
            <a:avLst/>
          </a:prstGeom>
        </p:spPr>
      </p:pic>
    </p:spTree>
    <p:extLst>
      <p:ext uri="{BB962C8B-B14F-4D97-AF65-F5344CB8AC3E}">
        <p14:creationId xmlns:p14="http://schemas.microsoft.com/office/powerpoint/2010/main" val="2853287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6D6E18-6907-4A25-88C5-66F388535E3E}"/>
              </a:ext>
            </a:extLst>
          </p:cNvPr>
          <p:cNvPicPr>
            <a:picLocks noChangeAspect="1"/>
          </p:cNvPicPr>
          <p:nvPr/>
        </p:nvPicPr>
        <p:blipFill>
          <a:blip r:embed="rId2"/>
          <a:stretch>
            <a:fillRect/>
          </a:stretch>
        </p:blipFill>
        <p:spPr>
          <a:xfrm>
            <a:off x="966787" y="663095"/>
            <a:ext cx="10258425" cy="4638675"/>
          </a:xfrm>
          <a:prstGeom prst="rect">
            <a:avLst/>
          </a:prstGeom>
        </p:spPr>
      </p:pic>
    </p:spTree>
    <p:extLst>
      <p:ext uri="{BB962C8B-B14F-4D97-AF65-F5344CB8AC3E}">
        <p14:creationId xmlns:p14="http://schemas.microsoft.com/office/powerpoint/2010/main" val="242447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E45190-4618-4914-A393-132646CB38B0}"/>
              </a:ext>
            </a:extLst>
          </p:cNvPr>
          <p:cNvPicPr>
            <a:picLocks noChangeAspect="1"/>
          </p:cNvPicPr>
          <p:nvPr/>
        </p:nvPicPr>
        <p:blipFill>
          <a:blip r:embed="rId2"/>
          <a:stretch>
            <a:fillRect/>
          </a:stretch>
        </p:blipFill>
        <p:spPr>
          <a:xfrm>
            <a:off x="862012" y="500062"/>
            <a:ext cx="10467975" cy="5857875"/>
          </a:xfrm>
          <a:prstGeom prst="rect">
            <a:avLst/>
          </a:prstGeom>
        </p:spPr>
      </p:pic>
    </p:spTree>
    <p:extLst>
      <p:ext uri="{BB962C8B-B14F-4D97-AF65-F5344CB8AC3E}">
        <p14:creationId xmlns:p14="http://schemas.microsoft.com/office/powerpoint/2010/main" val="19017907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16E06E-4B05-4804-987F-1DC9F61EC2D2}"/>
              </a:ext>
            </a:extLst>
          </p:cNvPr>
          <p:cNvPicPr>
            <a:picLocks noChangeAspect="1"/>
          </p:cNvPicPr>
          <p:nvPr/>
        </p:nvPicPr>
        <p:blipFill>
          <a:blip r:embed="rId2"/>
          <a:stretch>
            <a:fillRect/>
          </a:stretch>
        </p:blipFill>
        <p:spPr>
          <a:xfrm>
            <a:off x="866775" y="485775"/>
            <a:ext cx="10458450" cy="5886450"/>
          </a:xfrm>
          <a:prstGeom prst="rect">
            <a:avLst/>
          </a:prstGeom>
        </p:spPr>
      </p:pic>
    </p:spTree>
    <p:extLst>
      <p:ext uri="{BB962C8B-B14F-4D97-AF65-F5344CB8AC3E}">
        <p14:creationId xmlns:p14="http://schemas.microsoft.com/office/powerpoint/2010/main" val="166743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C487D1-7ABA-4F54-91EE-58EECF02E41D}"/>
              </a:ext>
            </a:extLst>
          </p:cNvPr>
          <p:cNvPicPr>
            <a:picLocks noChangeAspect="1"/>
          </p:cNvPicPr>
          <p:nvPr/>
        </p:nvPicPr>
        <p:blipFill>
          <a:blip r:embed="rId2"/>
          <a:stretch>
            <a:fillRect/>
          </a:stretch>
        </p:blipFill>
        <p:spPr>
          <a:xfrm>
            <a:off x="1028700" y="757237"/>
            <a:ext cx="10134600" cy="5343525"/>
          </a:xfrm>
          <a:prstGeom prst="rect">
            <a:avLst/>
          </a:prstGeom>
        </p:spPr>
      </p:pic>
    </p:spTree>
    <p:extLst>
      <p:ext uri="{BB962C8B-B14F-4D97-AF65-F5344CB8AC3E}">
        <p14:creationId xmlns:p14="http://schemas.microsoft.com/office/powerpoint/2010/main" val="420821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0A5CDA-AB59-4173-8BB2-EE5C82FD484A}"/>
              </a:ext>
            </a:extLst>
          </p:cNvPr>
          <p:cNvPicPr>
            <a:picLocks noChangeAspect="1"/>
          </p:cNvPicPr>
          <p:nvPr/>
        </p:nvPicPr>
        <p:blipFill>
          <a:blip r:embed="rId2"/>
          <a:stretch>
            <a:fillRect/>
          </a:stretch>
        </p:blipFill>
        <p:spPr>
          <a:xfrm>
            <a:off x="895350" y="723900"/>
            <a:ext cx="10401300" cy="5410200"/>
          </a:xfrm>
          <a:prstGeom prst="rect">
            <a:avLst/>
          </a:prstGeom>
        </p:spPr>
      </p:pic>
    </p:spTree>
    <p:extLst>
      <p:ext uri="{BB962C8B-B14F-4D97-AF65-F5344CB8AC3E}">
        <p14:creationId xmlns:p14="http://schemas.microsoft.com/office/powerpoint/2010/main" val="3906569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820845-B9DB-497F-9EB0-191324A7E691}"/>
              </a:ext>
            </a:extLst>
          </p:cNvPr>
          <p:cNvPicPr>
            <a:picLocks noChangeAspect="1"/>
          </p:cNvPicPr>
          <p:nvPr/>
        </p:nvPicPr>
        <p:blipFill>
          <a:blip r:embed="rId2"/>
          <a:stretch>
            <a:fillRect/>
          </a:stretch>
        </p:blipFill>
        <p:spPr>
          <a:xfrm>
            <a:off x="871537" y="466725"/>
            <a:ext cx="10448925" cy="5924550"/>
          </a:xfrm>
          <a:prstGeom prst="rect">
            <a:avLst/>
          </a:prstGeom>
        </p:spPr>
      </p:pic>
    </p:spTree>
    <p:extLst>
      <p:ext uri="{BB962C8B-B14F-4D97-AF65-F5344CB8AC3E}">
        <p14:creationId xmlns:p14="http://schemas.microsoft.com/office/powerpoint/2010/main" val="404545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25008C-288D-4D4B-A4E4-7912D603B11F}"/>
              </a:ext>
            </a:extLst>
          </p:cNvPr>
          <p:cNvPicPr>
            <a:picLocks noChangeAspect="1"/>
          </p:cNvPicPr>
          <p:nvPr/>
        </p:nvPicPr>
        <p:blipFill>
          <a:blip r:embed="rId2"/>
          <a:stretch>
            <a:fillRect/>
          </a:stretch>
        </p:blipFill>
        <p:spPr>
          <a:xfrm>
            <a:off x="0" y="0"/>
            <a:ext cx="9027042" cy="2561471"/>
          </a:xfrm>
          <a:prstGeom prst="rect">
            <a:avLst/>
          </a:prstGeom>
        </p:spPr>
      </p:pic>
      <p:pic>
        <p:nvPicPr>
          <p:cNvPr id="3" name="Picture 2">
            <a:extLst>
              <a:ext uri="{FF2B5EF4-FFF2-40B4-BE49-F238E27FC236}">
                <a16:creationId xmlns:a16="http://schemas.microsoft.com/office/drawing/2014/main" id="{33B9311C-2407-4E1E-A7E6-3EF6A5948865}"/>
              </a:ext>
            </a:extLst>
          </p:cNvPr>
          <p:cNvPicPr>
            <a:picLocks noChangeAspect="1"/>
          </p:cNvPicPr>
          <p:nvPr/>
        </p:nvPicPr>
        <p:blipFill>
          <a:blip r:embed="rId3"/>
          <a:stretch>
            <a:fillRect/>
          </a:stretch>
        </p:blipFill>
        <p:spPr>
          <a:xfrm>
            <a:off x="0" y="2552700"/>
            <a:ext cx="9058275" cy="4305300"/>
          </a:xfrm>
          <a:prstGeom prst="rect">
            <a:avLst/>
          </a:prstGeom>
        </p:spPr>
      </p:pic>
    </p:spTree>
    <p:extLst>
      <p:ext uri="{BB962C8B-B14F-4D97-AF65-F5344CB8AC3E}">
        <p14:creationId xmlns:p14="http://schemas.microsoft.com/office/powerpoint/2010/main" val="2845384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53288"/>
            <a:ext cx="12192000" cy="5551424"/>
          </a:xfrm>
          <a:prstGeom prst="rect">
            <a:avLst/>
          </a:prstGeom>
        </p:spPr>
      </p:pic>
    </p:spTree>
    <p:extLst>
      <p:ext uri="{BB962C8B-B14F-4D97-AF65-F5344CB8AC3E}">
        <p14:creationId xmlns:p14="http://schemas.microsoft.com/office/powerpoint/2010/main" val="658628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F40099-A718-44AD-A33B-26EADE7FF3CB}"/>
              </a:ext>
            </a:extLst>
          </p:cNvPr>
          <p:cNvPicPr>
            <a:picLocks noChangeAspect="1"/>
          </p:cNvPicPr>
          <p:nvPr/>
        </p:nvPicPr>
        <p:blipFill>
          <a:blip r:embed="rId2"/>
          <a:stretch>
            <a:fillRect/>
          </a:stretch>
        </p:blipFill>
        <p:spPr>
          <a:xfrm>
            <a:off x="1824037" y="400050"/>
            <a:ext cx="8543925" cy="6057900"/>
          </a:xfrm>
          <a:prstGeom prst="rect">
            <a:avLst/>
          </a:prstGeom>
        </p:spPr>
      </p:pic>
    </p:spTree>
    <p:extLst>
      <p:ext uri="{BB962C8B-B14F-4D97-AF65-F5344CB8AC3E}">
        <p14:creationId xmlns:p14="http://schemas.microsoft.com/office/powerpoint/2010/main" val="3492653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4337" y="395287"/>
            <a:ext cx="11363325" cy="6067425"/>
          </a:xfrm>
          <a:prstGeom prst="rect">
            <a:avLst/>
          </a:prstGeom>
        </p:spPr>
      </p:pic>
    </p:spTree>
    <p:extLst>
      <p:ext uri="{BB962C8B-B14F-4D97-AF65-F5344CB8AC3E}">
        <p14:creationId xmlns:p14="http://schemas.microsoft.com/office/powerpoint/2010/main" val="1044461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83252"/>
            <a:ext cx="12192000" cy="5891495"/>
          </a:xfrm>
          <a:prstGeom prst="rect">
            <a:avLst/>
          </a:prstGeom>
        </p:spPr>
      </p:pic>
    </p:spTree>
    <p:extLst>
      <p:ext uri="{BB962C8B-B14F-4D97-AF65-F5344CB8AC3E}">
        <p14:creationId xmlns:p14="http://schemas.microsoft.com/office/powerpoint/2010/main" val="9804415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15111"/>
            <a:ext cx="12192000" cy="5427777"/>
          </a:xfrm>
          <a:prstGeom prst="rect">
            <a:avLst/>
          </a:prstGeom>
        </p:spPr>
      </p:pic>
    </p:spTree>
    <p:extLst>
      <p:ext uri="{BB962C8B-B14F-4D97-AF65-F5344CB8AC3E}">
        <p14:creationId xmlns:p14="http://schemas.microsoft.com/office/powerpoint/2010/main" val="2789461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58585"/>
            <a:ext cx="12192000" cy="5940829"/>
          </a:xfrm>
          <a:prstGeom prst="rect">
            <a:avLst/>
          </a:prstGeom>
        </p:spPr>
      </p:pic>
    </p:spTree>
    <p:extLst>
      <p:ext uri="{BB962C8B-B14F-4D97-AF65-F5344CB8AC3E}">
        <p14:creationId xmlns:p14="http://schemas.microsoft.com/office/powerpoint/2010/main" val="32234112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436EE0-0E62-4937-BC72-A3A8B4F94C9E}"/>
              </a:ext>
            </a:extLst>
          </p:cNvPr>
          <p:cNvPicPr>
            <a:picLocks noChangeAspect="1"/>
          </p:cNvPicPr>
          <p:nvPr/>
        </p:nvPicPr>
        <p:blipFill>
          <a:blip r:embed="rId2"/>
          <a:stretch>
            <a:fillRect/>
          </a:stretch>
        </p:blipFill>
        <p:spPr>
          <a:xfrm>
            <a:off x="1919287" y="1252537"/>
            <a:ext cx="8900303" cy="4637900"/>
          </a:xfrm>
          <a:prstGeom prst="rect">
            <a:avLst/>
          </a:prstGeom>
        </p:spPr>
      </p:pic>
    </p:spTree>
    <p:extLst>
      <p:ext uri="{BB962C8B-B14F-4D97-AF65-F5344CB8AC3E}">
        <p14:creationId xmlns:p14="http://schemas.microsoft.com/office/powerpoint/2010/main" val="1516192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1937" y="285750"/>
            <a:ext cx="11668125" cy="6286500"/>
          </a:xfrm>
          <a:prstGeom prst="rect">
            <a:avLst/>
          </a:prstGeom>
        </p:spPr>
      </p:pic>
    </p:spTree>
    <p:extLst>
      <p:ext uri="{BB962C8B-B14F-4D97-AF65-F5344CB8AC3E}">
        <p14:creationId xmlns:p14="http://schemas.microsoft.com/office/powerpoint/2010/main" val="20825725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618" y="191861"/>
            <a:ext cx="12120382" cy="6570250"/>
          </a:xfrm>
          <a:prstGeom prst="rect">
            <a:avLst/>
          </a:prstGeom>
        </p:spPr>
      </p:pic>
    </p:spTree>
    <p:extLst>
      <p:ext uri="{BB962C8B-B14F-4D97-AF65-F5344CB8AC3E}">
        <p14:creationId xmlns:p14="http://schemas.microsoft.com/office/powerpoint/2010/main" val="23472604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18F58E-A2FB-4F48-9B09-B253A33F3EE8}"/>
              </a:ext>
            </a:extLst>
          </p:cNvPr>
          <p:cNvPicPr>
            <a:picLocks noChangeAspect="1"/>
          </p:cNvPicPr>
          <p:nvPr/>
        </p:nvPicPr>
        <p:blipFill>
          <a:blip r:embed="rId2"/>
          <a:stretch>
            <a:fillRect/>
          </a:stretch>
        </p:blipFill>
        <p:spPr>
          <a:xfrm>
            <a:off x="252633" y="221400"/>
            <a:ext cx="9454893" cy="4307378"/>
          </a:xfrm>
          <a:prstGeom prst="rect">
            <a:avLst/>
          </a:prstGeom>
        </p:spPr>
      </p:pic>
      <p:sp>
        <p:nvSpPr>
          <p:cNvPr id="2" name="TextBox 1">
            <a:extLst>
              <a:ext uri="{FF2B5EF4-FFF2-40B4-BE49-F238E27FC236}">
                <a16:creationId xmlns:a16="http://schemas.microsoft.com/office/drawing/2014/main" id="{997EB160-4479-4DC7-A51D-2F435103CFE0}"/>
              </a:ext>
            </a:extLst>
          </p:cNvPr>
          <p:cNvSpPr txBox="1"/>
          <p:nvPr/>
        </p:nvSpPr>
        <p:spPr>
          <a:xfrm>
            <a:off x="446568" y="4664406"/>
            <a:ext cx="10079666" cy="1200329"/>
          </a:xfrm>
          <a:prstGeom prst="rect">
            <a:avLst/>
          </a:prstGeom>
          <a:noFill/>
        </p:spPr>
        <p:txBody>
          <a:bodyPr wrap="square" rtlCol="0">
            <a:spAutoFit/>
          </a:bodyPr>
          <a:lstStyle/>
          <a:p>
            <a:r>
              <a:rPr lang="en-US" dirty="0"/>
              <a:t>Containers in a Pod runs on a "logical host": they use the same network namespace (same IP address and port space), IPC namespace and, optionally, they can use shared volumes. Therefore, these containers can efficiently communicate, ensuring data locality. Also, Pods allow managing several tightly coupled application containers as a single unit.</a:t>
            </a:r>
          </a:p>
        </p:txBody>
      </p:sp>
    </p:spTree>
    <p:extLst>
      <p:ext uri="{BB962C8B-B14F-4D97-AF65-F5344CB8AC3E}">
        <p14:creationId xmlns:p14="http://schemas.microsoft.com/office/powerpoint/2010/main" val="25990833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26D1B9-1379-4D5B-87CD-FFF51358DFCF}"/>
              </a:ext>
            </a:extLst>
          </p:cNvPr>
          <p:cNvPicPr>
            <a:picLocks noChangeAspect="1"/>
          </p:cNvPicPr>
          <p:nvPr/>
        </p:nvPicPr>
        <p:blipFill>
          <a:blip r:embed="rId2"/>
          <a:stretch>
            <a:fillRect/>
          </a:stretch>
        </p:blipFill>
        <p:spPr>
          <a:xfrm>
            <a:off x="133350" y="223837"/>
            <a:ext cx="11925300" cy="6410325"/>
          </a:xfrm>
          <a:prstGeom prst="rect">
            <a:avLst/>
          </a:prstGeom>
        </p:spPr>
      </p:pic>
    </p:spTree>
    <p:extLst>
      <p:ext uri="{BB962C8B-B14F-4D97-AF65-F5344CB8AC3E}">
        <p14:creationId xmlns:p14="http://schemas.microsoft.com/office/powerpoint/2010/main" val="27772725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7596" y="0"/>
            <a:ext cx="10696807" cy="6858000"/>
          </a:xfrm>
          <a:prstGeom prst="rect">
            <a:avLst/>
          </a:prstGeom>
        </p:spPr>
      </p:pic>
    </p:spTree>
    <p:extLst>
      <p:ext uri="{BB962C8B-B14F-4D97-AF65-F5344CB8AC3E}">
        <p14:creationId xmlns:p14="http://schemas.microsoft.com/office/powerpoint/2010/main" val="16219231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880862"/>
            <a:ext cx="12192000" cy="5096275"/>
          </a:xfrm>
          <a:prstGeom prst="rect">
            <a:avLst/>
          </a:prstGeom>
        </p:spPr>
      </p:pic>
    </p:spTree>
    <p:extLst>
      <p:ext uri="{BB962C8B-B14F-4D97-AF65-F5344CB8AC3E}">
        <p14:creationId xmlns:p14="http://schemas.microsoft.com/office/powerpoint/2010/main" val="23563986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7762" y="552450"/>
            <a:ext cx="9896475" cy="5753100"/>
          </a:xfrm>
          <a:prstGeom prst="rect">
            <a:avLst/>
          </a:prstGeom>
        </p:spPr>
      </p:pic>
    </p:spTree>
    <p:extLst>
      <p:ext uri="{BB962C8B-B14F-4D97-AF65-F5344CB8AC3E}">
        <p14:creationId xmlns:p14="http://schemas.microsoft.com/office/powerpoint/2010/main" val="1239463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7212" y="422963"/>
            <a:ext cx="11077575" cy="6029325"/>
          </a:xfrm>
          <a:prstGeom prst="rect">
            <a:avLst/>
          </a:prstGeom>
        </p:spPr>
      </p:pic>
    </p:spTree>
    <p:extLst>
      <p:ext uri="{BB962C8B-B14F-4D97-AF65-F5344CB8AC3E}">
        <p14:creationId xmlns:p14="http://schemas.microsoft.com/office/powerpoint/2010/main" val="24350002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8425" y="233362"/>
            <a:ext cx="6915150" cy="6391275"/>
          </a:xfrm>
          <a:prstGeom prst="rect">
            <a:avLst/>
          </a:prstGeom>
        </p:spPr>
      </p:pic>
    </p:spTree>
    <p:extLst>
      <p:ext uri="{BB962C8B-B14F-4D97-AF65-F5344CB8AC3E}">
        <p14:creationId xmlns:p14="http://schemas.microsoft.com/office/powerpoint/2010/main" val="27121927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82744"/>
            <a:ext cx="12192000" cy="5492511"/>
          </a:xfrm>
          <a:prstGeom prst="rect">
            <a:avLst/>
          </a:prstGeom>
        </p:spPr>
      </p:pic>
    </p:spTree>
    <p:extLst>
      <p:ext uri="{BB962C8B-B14F-4D97-AF65-F5344CB8AC3E}">
        <p14:creationId xmlns:p14="http://schemas.microsoft.com/office/powerpoint/2010/main" val="27374224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50890"/>
            <a:ext cx="12192000" cy="5956219"/>
          </a:xfrm>
          <a:prstGeom prst="rect">
            <a:avLst/>
          </a:prstGeom>
        </p:spPr>
      </p:pic>
    </p:spTree>
    <p:extLst>
      <p:ext uri="{BB962C8B-B14F-4D97-AF65-F5344CB8AC3E}">
        <p14:creationId xmlns:p14="http://schemas.microsoft.com/office/powerpoint/2010/main" val="38985215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07599"/>
            <a:ext cx="12192000" cy="6442802"/>
          </a:xfrm>
          <a:prstGeom prst="rect">
            <a:avLst/>
          </a:prstGeom>
        </p:spPr>
      </p:pic>
    </p:spTree>
    <p:extLst>
      <p:ext uri="{BB962C8B-B14F-4D97-AF65-F5344CB8AC3E}">
        <p14:creationId xmlns:p14="http://schemas.microsoft.com/office/powerpoint/2010/main" val="24891623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0CC903-97A9-47E5-9619-43404779368C}"/>
              </a:ext>
            </a:extLst>
          </p:cNvPr>
          <p:cNvPicPr>
            <a:picLocks noChangeAspect="1"/>
          </p:cNvPicPr>
          <p:nvPr/>
        </p:nvPicPr>
        <p:blipFill>
          <a:blip r:embed="rId2"/>
          <a:stretch>
            <a:fillRect/>
          </a:stretch>
        </p:blipFill>
        <p:spPr>
          <a:xfrm>
            <a:off x="423862" y="519112"/>
            <a:ext cx="11344275" cy="5819775"/>
          </a:xfrm>
          <a:prstGeom prst="rect">
            <a:avLst/>
          </a:prstGeom>
        </p:spPr>
      </p:pic>
    </p:spTree>
    <p:extLst>
      <p:ext uri="{BB962C8B-B14F-4D97-AF65-F5344CB8AC3E}">
        <p14:creationId xmlns:p14="http://schemas.microsoft.com/office/powerpoint/2010/main" val="23153974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13330"/>
            <a:ext cx="12192000" cy="6248591"/>
          </a:xfrm>
          <a:prstGeom prst="rect">
            <a:avLst/>
          </a:prstGeom>
        </p:spPr>
      </p:pic>
    </p:spTree>
    <p:extLst>
      <p:ext uri="{BB962C8B-B14F-4D97-AF65-F5344CB8AC3E}">
        <p14:creationId xmlns:p14="http://schemas.microsoft.com/office/powerpoint/2010/main" val="14743537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580476"/>
            <a:ext cx="12192000" cy="5697047"/>
          </a:xfrm>
          <a:prstGeom prst="rect">
            <a:avLst/>
          </a:prstGeom>
        </p:spPr>
      </p:pic>
    </p:spTree>
    <p:extLst>
      <p:ext uri="{BB962C8B-B14F-4D97-AF65-F5344CB8AC3E}">
        <p14:creationId xmlns:p14="http://schemas.microsoft.com/office/powerpoint/2010/main" val="10989086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12248"/>
            <a:ext cx="12192000" cy="6233504"/>
          </a:xfrm>
          <a:prstGeom prst="rect">
            <a:avLst/>
          </a:prstGeom>
        </p:spPr>
      </p:pic>
    </p:spTree>
    <p:extLst>
      <p:ext uri="{BB962C8B-B14F-4D97-AF65-F5344CB8AC3E}">
        <p14:creationId xmlns:p14="http://schemas.microsoft.com/office/powerpoint/2010/main" val="2028252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01360"/>
            <a:ext cx="12192000" cy="5455279"/>
          </a:xfrm>
          <a:prstGeom prst="rect">
            <a:avLst/>
          </a:prstGeom>
        </p:spPr>
      </p:pic>
    </p:spTree>
    <p:extLst>
      <p:ext uri="{BB962C8B-B14F-4D97-AF65-F5344CB8AC3E}">
        <p14:creationId xmlns:p14="http://schemas.microsoft.com/office/powerpoint/2010/main" val="42580508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35312"/>
            <a:ext cx="12192000" cy="5987376"/>
          </a:xfrm>
          <a:prstGeom prst="rect">
            <a:avLst/>
          </a:prstGeom>
        </p:spPr>
      </p:pic>
    </p:spTree>
    <p:extLst>
      <p:ext uri="{BB962C8B-B14F-4D97-AF65-F5344CB8AC3E}">
        <p14:creationId xmlns:p14="http://schemas.microsoft.com/office/powerpoint/2010/main" val="21745855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79660"/>
            <a:ext cx="12192000" cy="6498679"/>
          </a:xfrm>
          <a:prstGeom prst="rect">
            <a:avLst/>
          </a:prstGeom>
        </p:spPr>
      </p:pic>
    </p:spTree>
    <p:extLst>
      <p:ext uri="{BB962C8B-B14F-4D97-AF65-F5344CB8AC3E}">
        <p14:creationId xmlns:p14="http://schemas.microsoft.com/office/powerpoint/2010/main" val="1340466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289873"/>
            <a:ext cx="12192000" cy="6347262"/>
          </a:xfrm>
          <a:prstGeom prst="rect">
            <a:avLst/>
          </a:prstGeom>
        </p:spPr>
      </p:pic>
    </p:spTree>
    <p:extLst>
      <p:ext uri="{BB962C8B-B14F-4D97-AF65-F5344CB8AC3E}">
        <p14:creationId xmlns:p14="http://schemas.microsoft.com/office/powerpoint/2010/main" val="16909816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2550" y="1123950"/>
            <a:ext cx="9486900" cy="4610100"/>
          </a:xfrm>
          <a:prstGeom prst="rect">
            <a:avLst/>
          </a:prstGeom>
        </p:spPr>
      </p:pic>
    </p:spTree>
    <p:extLst>
      <p:ext uri="{BB962C8B-B14F-4D97-AF65-F5344CB8AC3E}">
        <p14:creationId xmlns:p14="http://schemas.microsoft.com/office/powerpoint/2010/main" val="38635102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8373" y="384464"/>
            <a:ext cx="10374889" cy="6410929"/>
          </a:xfrm>
          <a:prstGeom prst="rect">
            <a:avLst/>
          </a:prstGeom>
        </p:spPr>
      </p:pic>
    </p:spTree>
    <p:extLst>
      <p:ext uri="{BB962C8B-B14F-4D97-AF65-F5344CB8AC3E}">
        <p14:creationId xmlns:p14="http://schemas.microsoft.com/office/powerpoint/2010/main" val="2341692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1676</TotalTime>
  <Words>64</Words>
  <Application>Microsoft Office PowerPoint</Application>
  <PresentationFormat>Widescreen</PresentationFormat>
  <Paragraphs>1</Paragraphs>
  <Slides>74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74</vt:i4>
      </vt:variant>
    </vt:vector>
  </HeadingPairs>
  <TitlesOfParts>
    <vt:vector size="7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 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Ramasamy, Prabhu</dc:creator>
  <cp:lastModifiedBy>Administrator</cp:lastModifiedBy>
  <cp:revision>62</cp:revision>
  <dcterms:created xsi:type="dcterms:W3CDTF">2018-04-07T06:17:41Z</dcterms:created>
  <dcterms:modified xsi:type="dcterms:W3CDTF">2020-08-12T02:33:14Z</dcterms:modified>
</cp:coreProperties>
</file>